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99CFD-E65C-4516-9D48-E7609C03EA95}" v="5" dt="2026-07-30T09:24:02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Huard" userId="8a678e0b-82e3-4c7b-af70-c3eac26f1b36" providerId="ADAL" clId="{2AE5F92A-1DCD-40B8-B1A5-EB443473E87A}"/>
    <pc:docChg chg="undo redo custSel addSld delSld modSld sldOrd">
      <pc:chgData name="Marcel Huard" userId="8a678e0b-82e3-4c7b-af70-c3eac26f1b36" providerId="ADAL" clId="{2AE5F92A-1DCD-40B8-B1A5-EB443473E87A}" dt="2026-07-30T09:26:08.817" v="932" actId="14100"/>
      <pc:docMkLst>
        <pc:docMk/>
      </pc:docMkLst>
      <pc:sldChg chg="addSp delSp modSp add mod">
        <pc:chgData name="Marcel Huard" userId="8a678e0b-82e3-4c7b-af70-c3eac26f1b36" providerId="ADAL" clId="{2AE5F92A-1DCD-40B8-B1A5-EB443473E87A}" dt="2026-07-30T09:26:08.817" v="932" actId="14100"/>
        <pc:sldMkLst>
          <pc:docMk/>
          <pc:sldMk cId="529961609" sldId="260"/>
        </pc:sldMkLst>
        <pc:spChg chg="add mod topLvl">
          <ac:chgData name="Marcel Huard" userId="8a678e0b-82e3-4c7b-af70-c3eac26f1b36" providerId="ADAL" clId="{2AE5F92A-1DCD-40B8-B1A5-EB443473E87A}" dt="2026-07-30T09:24:16.497" v="882" actId="1036"/>
          <ac:spMkLst>
            <pc:docMk/>
            <pc:sldMk cId="529961609" sldId="260"/>
            <ac:spMk id="13" creationId="{512487C7-AEE2-027A-B463-1F7B871343B3}"/>
          </ac:spMkLst>
        </pc:spChg>
        <pc:spChg chg="add mod topLvl">
          <ac:chgData name="Marcel Huard" userId="8a678e0b-82e3-4c7b-af70-c3eac26f1b36" providerId="ADAL" clId="{2AE5F92A-1DCD-40B8-B1A5-EB443473E87A}" dt="2026-07-30T09:24:12.011" v="871" actId="1076"/>
          <ac:spMkLst>
            <pc:docMk/>
            <pc:sldMk cId="529961609" sldId="260"/>
            <ac:spMk id="14" creationId="{0DDC5324-57E0-0ACC-64A1-EFDF0ACA7B22}"/>
          </ac:spMkLst>
        </pc:spChg>
        <pc:spChg chg="add mod topLvl">
          <ac:chgData name="Marcel Huard" userId="8a678e0b-82e3-4c7b-af70-c3eac26f1b36" providerId="ADAL" clId="{2AE5F92A-1DCD-40B8-B1A5-EB443473E87A}" dt="2026-07-30T09:25:58.647" v="930" actId="1036"/>
          <ac:spMkLst>
            <pc:docMk/>
            <pc:sldMk cId="529961609" sldId="260"/>
            <ac:spMk id="15" creationId="{5FA996DD-A024-2DF0-66A6-51C5B53AC24E}"/>
          </ac:spMkLst>
        </pc:spChg>
        <pc:spChg chg="add mod topLvl">
          <ac:chgData name="Marcel Huard" userId="8a678e0b-82e3-4c7b-af70-c3eac26f1b36" providerId="ADAL" clId="{2AE5F92A-1DCD-40B8-B1A5-EB443473E87A}" dt="2026-07-30T09:25:51.740" v="921" actId="1035"/>
          <ac:spMkLst>
            <pc:docMk/>
            <pc:sldMk cId="529961609" sldId="260"/>
            <ac:spMk id="16" creationId="{E752D4E7-430A-135C-C4B3-2A220997B04F}"/>
          </ac:spMkLst>
        </pc:spChg>
        <pc:spChg chg="add mod topLvl">
          <ac:chgData name="Marcel Huard" userId="8a678e0b-82e3-4c7b-af70-c3eac26f1b36" providerId="ADAL" clId="{2AE5F92A-1DCD-40B8-B1A5-EB443473E87A}" dt="2026-07-30T09:25:55.525" v="927" actId="1035"/>
          <ac:spMkLst>
            <pc:docMk/>
            <pc:sldMk cId="529961609" sldId="260"/>
            <ac:spMk id="17" creationId="{AE4E0B95-4EFD-19A5-198B-4CE55069DA4A}"/>
          </ac:spMkLst>
        </pc:spChg>
        <pc:spChg chg="add mod topLvl">
          <ac:chgData name="Marcel Huard" userId="8a678e0b-82e3-4c7b-af70-c3eac26f1b36" providerId="ADAL" clId="{2AE5F92A-1DCD-40B8-B1A5-EB443473E87A}" dt="2026-07-30T09:25:33.741" v="917" actId="14100"/>
          <ac:spMkLst>
            <pc:docMk/>
            <pc:sldMk cId="529961609" sldId="260"/>
            <ac:spMk id="18" creationId="{7EB970D6-0DA9-A632-6150-99A259B94D05}"/>
          </ac:spMkLst>
        </pc:spChg>
        <pc:spChg chg="add mod topLvl">
          <ac:chgData name="Marcel Huard" userId="8a678e0b-82e3-4c7b-af70-c3eac26f1b36" providerId="ADAL" clId="{2AE5F92A-1DCD-40B8-B1A5-EB443473E87A}" dt="2026-07-30T09:25:17.679" v="905" actId="1036"/>
          <ac:spMkLst>
            <pc:docMk/>
            <pc:sldMk cId="529961609" sldId="260"/>
            <ac:spMk id="19" creationId="{165FB524-AE34-44FA-4AF0-65531076D234}"/>
          </ac:spMkLst>
        </pc:spChg>
        <pc:spChg chg="add mod topLvl">
          <ac:chgData name="Marcel Huard" userId="8a678e0b-82e3-4c7b-af70-c3eac26f1b36" providerId="ADAL" clId="{2AE5F92A-1DCD-40B8-B1A5-EB443473E87A}" dt="2026-07-30T09:25:15.974" v="899" actId="1036"/>
          <ac:spMkLst>
            <pc:docMk/>
            <pc:sldMk cId="529961609" sldId="260"/>
            <ac:spMk id="20" creationId="{BC56CAC6-CCFA-D87E-3C0F-D43A816E099F}"/>
          </ac:spMkLst>
        </pc:spChg>
        <pc:spChg chg="mod">
          <ac:chgData name="Marcel Huard" userId="8a678e0b-82e3-4c7b-af70-c3eac26f1b36" providerId="ADAL" clId="{2AE5F92A-1DCD-40B8-B1A5-EB443473E87A}" dt="2026-07-30T09:21:36.984" v="854" actId="20577"/>
          <ac:spMkLst>
            <pc:docMk/>
            <pc:sldMk cId="529961609" sldId="260"/>
            <ac:spMk id="109" creationId="{836E2697-BD31-2FC1-02F6-2081D02E0B8E}"/>
          </ac:spMkLst>
        </pc:spChg>
        <pc:spChg chg="mod">
          <ac:chgData name="Marcel Huard" userId="8a678e0b-82e3-4c7b-af70-c3eac26f1b36" providerId="ADAL" clId="{2AE5F92A-1DCD-40B8-B1A5-EB443473E87A}" dt="2026-07-22T13:47:11.814" v="818" actId="14100"/>
          <ac:spMkLst>
            <pc:docMk/>
            <pc:sldMk cId="529961609" sldId="260"/>
            <ac:spMk id="115" creationId="{1D4633F1-6F45-486A-475C-D63AB965BA3D}"/>
          </ac:spMkLst>
        </pc:spChg>
        <pc:grpChg chg="add del mod">
          <ac:chgData name="Marcel Huard" userId="8a678e0b-82e3-4c7b-af70-c3eac26f1b36" providerId="ADAL" clId="{2AE5F92A-1DCD-40B8-B1A5-EB443473E87A}" dt="2026-07-30T09:24:02.779" v="870" actId="165"/>
          <ac:grpSpMkLst>
            <pc:docMk/>
            <pc:sldMk cId="529961609" sldId="260"/>
            <ac:grpSpMk id="43" creationId="{BE14CE4B-DEFE-EC02-6BB7-E5401CE0D953}"/>
          </ac:grpSpMkLst>
        </pc:grpChg>
        <pc:grpChg chg="mod">
          <ac:chgData name="Marcel Huard" userId="8a678e0b-82e3-4c7b-af70-c3eac26f1b36" providerId="ADAL" clId="{2AE5F92A-1DCD-40B8-B1A5-EB443473E87A}" dt="2026-07-22T13:47:21.280" v="819" actId="14100"/>
          <ac:grpSpMkLst>
            <pc:docMk/>
            <pc:sldMk cId="529961609" sldId="260"/>
            <ac:grpSpMk id="113" creationId="{6DA5CF3B-088E-9030-FE2A-C831511DB2F1}"/>
          </ac:grpSpMkLst>
        </pc:grpChg>
        <pc:picChg chg="add mod topLvl">
          <ac:chgData name="Marcel Huard" userId="8a678e0b-82e3-4c7b-af70-c3eac26f1b36" providerId="ADAL" clId="{2AE5F92A-1DCD-40B8-B1A5-EB443473E87A}" dt="2026-07-30T09:24:02.779" v="870" actId="165"/>
          <ac:picMkLst>
            <pc:docMk/>
            <pc:sldMk cId="529961609" sldId="260"/>
            <ac:picMk id="2" creationId="{50932C64-E3E9-B504-85C1-F42802955C64}"/>
          </ac:picMkLst>
        </pc:picChg>
        <pc:picChg chg="add del mod ord">
          <ac:chgData name="Marcel Huard" userId="8a678e0b-82e3-4c7b-af70-c3eac26f1b36" providerId="ADAL" clId="{2AE5F92A-1DCD-40B8-B1A5-EB443473E87A}" dt="2026-07-30T09:22:51.361" v="855" actId="478"/>
          <ac:picMkLst>
            <pc:docMk/>
            <pc:sldMk cId="529961609" sldId="260"/>
            <ac:picMk id="6" creationId="{3D1CBB84-AE61-D8C2-3EFC-CB522C046FE5}"/>
          </ac:picMkLst>
        </pc:picChg>
        <pc:cxnChg chg="add mod">
          <ac:chgData name="Marcel Huard" userId="8a678e0b-82e3-4c7b-af70-c3eac26f1b36" providerId="ADAL" clId="{2AE5F92A-1DCD-40B8-B1A5-EB443473E87A}" dt="2026-07-30T09:24:47.516" v="887" actId="14100"/>
          <ac:cxnSpMkLst>
            <pc:docMk/>
            <pc:sldMk cId="529961609" sldId="260"/>
            <ac:cxnSpMk id="5" creationId="{CE5954AB-D5B0-BB94-A547-903442C5F3C6}"/>
          </ac:cxnSpMkLst>
        </pc:cxnChg>
        <pc:cxnChg chg="mod">
          <ac:chgData name="Marcel Huard" userId="8a678e0b-82e3-4c7b-af70-c3eac26f1b36" providerId="ADAL" clId="{2AE5F92A-1DCD-40B8-B1A5-EB443473E87A}" dt="2026-07-30T09:23:23.715" v="862" actId="14100"/>
          <ac:cxnSpMkLst>
            <pc:docMk/>
            <pc:sldMk cId="529961609" sldId="260"/>
            <ac:cxnSpMk id="7" creationId="{5EF93885-4322-470F-7075-D52FBA056B3A}"/>
          </ac:cxnSpMkLst>
        </pc:cxnChg>
        <pc:cxnChg chg="mod">
          <ac:chgData name="Marcel Huard" userId="8a678e0b-82e3-4c7b-af70-c3eac26f1b36" providerId="ADAL" clId="{2AE5F92A-1DCD-40B8-B1A5-EB443473E87A}" dt="2026-07-30T09:25:03.156" v="891" actId="14100"/>
          <ac:cxnSpMkLst>
            <pc:docMk/>
            <pc:sldMk cId="529961609" sldId="260"/>
            <ac:cxnSpMk id="8" creationId="{805795EA-39CB-C221-612C-B165A319DF88}"/>
          </ac:cxnSpMkLst>
        </pc:cxnChg>
        <pc:cxnChg chg="mod">
          <ac:chgData name="Marcel Huard" userId="8a678e0b-82e3-4c7b-af70-c3eac26f1b36" providerId="ADAL" clId="{2AE5F92A-1DCD-40B8-B1A5-EB443473E87A}" dt="2026-07-30T09:26:08.817" v="932" actId="14100"/>
          <ac:cxnSpMkLst>
            <pc:docMk/>
            <pc:sldMk cId="529961609" sldId="260"/>
            <ac:cxnSpMk id="9" creationId="{2F178C7C-397F-671C-7F0D-A3126A4449DC}"/>
          </ac:cxnSpMkLst>
        </pc:cxnChg>
        <pc:cxnChg chg="mod">
          <ac:chgData name="Marcel Huard" userId="8a678e0b-82e3-4c7b-af70-c3eac26f1b36" providerId="ADAL" clId="{2AE5F92A-1DCD-40B8-B1A5-EB443473E87A}" dt="2026-07-30T09:23:23.715" v="862" actId="14100"/>
          <ac:cxnSpMkLst>
            <pc:docMk/>
            <pc:sldMk cId="529961609" sldId="260"/>
            <ac:cxnSpMk id="10" creationId="{B30CDC33-688C-8DDF-E189-72679805AC12}"/>
          </ac:cxnSpMkLst>
        </pc:cxnChg>
        <pc:cxnChg chg="mod">
          <ac:chgData name="Marcel Huard" userId="8a678e0b-82e3-4c7b-af70-c3eac26f1b36" providerId="ADAL" clId="{2AE5F92A-1DCD-40B8-B1A5-EB443473E87A}" dt="2026-07-30T09:23:23.715" v="862" actId="14100"/>
          <ac:cxnSpMkLst>
            <pc:docMk/>
            <pc:sldMk cId="529961609" sldId="260"/>
            <ac:cxnSpMk id="11" creationId="{D0E51C0B-F705-B825-5429-074E5D0BDE13}"/>
          </ac:cxnSpMkLst>
        </pc:cxnChg>
        <pc:cxnChg chg="mod">
          <ac:chgData name="Marcel Huard" userId="8a678e0b-82e3-4c7b-af70-c3eac26f1b36" providerId="ADAL" clId="{2AE5F92A-1DCD-40B8-B1A5-EB443473E87A}" dt="2026-07-30T09:25:43.929" v="918" actId="14100"/>
          <ac:cxnSpMkLst>
            <pc:docMk/>
            <pc:sldMk cId="529961609" sldId="260"/>
            <ac:cxnSpMk id="12" creationId="{AC0DCD01-4CB2-1898-9364-5EE1860C416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6D177-7B2C-4567-8476-26825F8F7A99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23208-71C0-4D2D-BAD4-B5B6823BB9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07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6FDC-606D-2908-6BFC-3622EC2E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EDD4A6-E876-1F73-0411-CCBD27ADA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BFD41B-723A-2A1D-04AD-C49E9BFFF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456C6A-3E09-4E4D-F0C9-503360D8F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F97CE-9577-4BA3-B3C8-D76775CC7F4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97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EE96B-DECF-6634-2566-3AE5BA921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044CDB-E6C2-D34E-FE37-E7312EEE1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BBACA-AC94-4801-A18E-18EEFBA7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BE3FB-952D-F769-302A-210F5956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3A67EF-4B28-2B93-F2F1-73608F2A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16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DFFD3-E678-EA6F-9A2B-15D99239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616CA-B6CF-B42B-78A1-14DF112F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10728-80BC-3DDC-AE47-8775CA0F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2F55B1-D5D3-C1C8-0D0D-2B89C415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9320AB-3A09-C17A-992C-1D60E8E2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8B770-60D4-FEC3-2D09-BE27B021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68729B-296D-52F9-3D36-C5DDC8222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04DD8-B720-89F7-A127-9DA008C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8D641-AE66-4DB2-B3B6-1F92F3EF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B2BEFB-F4CB-6015-D812-1B2EBAF6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86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66F85-B58F-BF87-7A95-379FD95D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353444-CEDC-F254-22A3-F758075D8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E04A07-9110-1CB0-F79C-6F6AF5BD8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E7CEA0-8018-1DAA-0223-8280C932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271C1B-214B-2338-ACCD-246E513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2AC7D7-CF0E-5D11-75C3-14434A4F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6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4A04-C961-4C34-AAF8-CD681D41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D42424-2236-D21F-E443-0FA0F5815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F8A92F-0C85-40F1-68B1-F615CEB9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09C76B-1811-1318-3292-FA98EF249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FE20E8-762D-3960-8BEE-8CA84F3BB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F3186E-132E-50E8-02AD-B4C846DC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8EF0DA-F49D-BC5C-257A-C0F3BCBD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3095C9-D916-70CE-C88C-8D0AEF48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1D46D-90D6-7CB6-0166-015D8676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CAE8BC-910C-5D42-6BB9-378E46A7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D62870-6489-3F82-C372-BC91605B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8B5D85-1CFC-0343-EE36-0C3F275B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1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1C3000-2805-9DF1-5FDB-1FA7CC39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494F3A-6368-92CD-0022-92DA643F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5627C2-29C8-2A62-13A6-15226FEF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87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E8CFE-4120-CA33-5B21-E65E9DCA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F87DBD-8E1A-6F4E-6E5A-7482AB98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65CCA5-F0B6-C9E5-B6C0-18D6282F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802204-1C08-5786-EF4C-09B1CC1F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14915D-AB31-2CC8-1359-92123E46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4D58C6-A2A8-F5A6-25AE-0D113D7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70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3B738-ABA7-9148-2AFB-543EB289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80A884-DD83-869D-28C4-D1D04CD01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BD19E8-4DBB-0D1E-73A1-55CFA2B09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D85C8E-84C7-B76F-3EBB-A2078072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40C235-F072-15B9-47D3-B08A821A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263DDB-6F58-0A12-187E-51685CE6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44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6C3FB-E313-C6F8-61AD-C3C193CF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742D97-0821-4D07-91E6-06DFCAA9D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268A37-E854-E6CF-F61F-B391667F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97884-8D06-CCAF-5645-0A890931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E6E53-F27E-32DA-AAD3-8CC23F0F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39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64D5D-D0CE-7381-0F9C-1669F4CF8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DF37E2-F2D2-B1E1-0347-A8F8B8C4A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B8123D-E645-24C4-581E-DCCBF5A1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1ACF4-6B3F-E838-DE44-69E09F59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626C4-82C0-5EAB-15D6-6E1BAA6F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9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C9FA65-EB8A-A8D4-25C1-1E577701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90C7F3-DDFF-918D-36D5-66F92029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8323AC-3567-7661-5422-6B58BD113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3F480-98D9-40B0-9DF2-24B337C67EC7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CF7CD-84AD-1CB0-8983-1AC0E181F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371B4-15B6-CE61-5973-CB65C2F81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1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9FBDA-E7D7-2AB3-EEB2-D19D9C6C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72">
            <a:extLst>
              <a:ext uri="{FF2B5EF4-FFF2-40B4-BE49-F238E27FC236}">
                <a16:creationId xmlns:a16="http://schemas.microsoft.com/office/drawing/2014/main" id="{2693D4B5-2774-B045-6D2C-AAA241173D6C}"/>
              </a:ext>
            </a:extLst>
          </p:cNvPr>
          <p:cNvSpPr/>
          <p:nvPr/>
        </p:nvSpPr>
        <p:spPr>
          <a:xfrm>
            <a:off x="54863" y="55543"/>
            <a:ext cx="12051792" cy="674827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36E2697-BD31-2FC1-02F6-2081D02E0B8E}"/>
              </a:ext>
            </a:extLst>
          </p:cNvPr>
          <p:cNvSpPr/>
          <p:nvPr/>
        </p:nvSpPr>
        <p:spPr>
          <a:xfrm>
            <a:off x="54863" y="56461"/>
            <a:ext cx="12051792" cy="772740"/>
          </a:xfrm>
          <a:prstGeom prst="rect">
            <a:avLst/>
          </a:prstGeom>
          <a:solidFill>
            <a:srgbClr val="0B1487"/>
          </a:solidFill>
          <a:ln>
            <a:solidFill>
              <a:srgbClr val="171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4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2400" b="1" kern="0" spc="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</a:t>
            </a:r>
            <a:r>
              <a:rPr lang="en-US" sz="2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kern="0" spc="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d’Ishikawa</a:t>
            </a:r>
            <a:endParaRPr lang="fr-FR" sz="1400" dirty="0"/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187FFA9E-F44F-6532-BBDA-7867BBB57419}"/>
              </a:ext>
            </a:extLst>
          </p:cNvPr>
          <p:cNvCxnSpPr>
            <a:cxnSpLocks/>
          </p:cNvCxnSpPr>
          <p:nvPr/>
        </p:nvCxnSpPr>
        <p:spPr>
          <a:xfrm>
            <a:off x="54863" y="829201"/>
            <a:ext cx="12051792" cy="0"/>
          </a:xfrm>
          <a:prstGeom prst="line">
            <a:avLst/>
          </a:prstGeom>
          <a:ln>
            <a:solidFill>
              <a:srgbClr val="0B148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6DA5CF3B-088E-9030-FE2A-C831511DB2F1}"/>
              </a:ext>
            </a:extLst>
          </p:cNvPr>
          <p:cNvGrpSpPr/>
          <p:nvPr/>
        </p:nvGrpSpPr>
        <p:grpSpPr>
          <a:xfrm>
            <a:off x="6548954" y="154477"/>
            <a:ext cx="3975790" cy="566928"/>
            <a:chOff x="6548954" y="154477"/>
            <a:chExt cx="3907209" cy="566928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6F35C8D1-7AB9-FB96-74D9-B9BDD001D8E2}"/>
                </a:ext>
              </a:extLst>
            </p:cNvPr>
            <p:cNvSpPr/>
            <p:nvPr/>
          </p:nvSpPr>
          <p:spPr>
            <a:xfrm>
              <a:off x="6548954" y="154477"/>
              <a:ext cx="3863551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B9C4CE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1D4633F1-6F45-486A-475C-D63AB965BA3D}"/>
                </a:ext>
              </a:extLst>
            </p:cNvPr>
            <p:cNvSpPr txBox="1"/>
            <p:nvPr/>
          </p:nvSpPr>
          <p:spPr>
            <a:xfrm>
              <a:off x="6548954" y="174157"/>
              <a:ext cx="3907209" cy="527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Chantier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_______________________________________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 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Date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 	</a:t>
              </a:r>
            </a:p>
          </p:txBody>
        </p:sp>
      </p:grpSp>
      <p:pic>
        <p:nvPicPr>
          <p:cNvPr id="3" name="Image 2" descr="Logo bleu.png">
            <a:extLst>
              <a:ext uri="{FF2B5EF4-FFF2-40B4-BE49-F238E27FC236}">
                <a16:creationId xmlns:a16="http://schemas.microsoft.com/office/drawing/2014/main" id="{449BA1A0-57C1-D3A1-8CF4-A2FAFB27E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857" y="103890"/>
            <a:ext cx="1187104" cy="6681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AA20348-B0CB-F8A9-C59D-E435D89B9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71" y="34598"/>
            <a:ext cx="1057394" cy="80844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0932C64-E3E9-B504-85C1-F42802955C6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l="9386" t="25915" r="8965" b="29650"/>
          <a:stretch>
            <a:fillRect/>
          </a:stretch>
        </p:blipFill>
        <p:spPr>
          <a:xfrm>
            <a:off x="599670" y="1602359"/>
            <a:ext cx="9545548" cy="3936430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E5954AB-D5B0-BB94-A547-903442C5F3C6}"/>
              </a:ext>
            </a:extLst>
          </p:cNvPr>
          <p:cNvCxnSpPr>
            <a:cxnSpLocks/>
          </p:cNvCxnSpPr>
          <p:nvPr/>
        </p:nvCxnSpPr>
        <p:spPr>
          <a:xfrm flipV="1">
            <a:off x="309566" y="3583627"/>
            <a:ext cx="9591681" cy="22382"/>
          </a:xfrm>
          <a:prstGeom prst="straightConnector1">
            <a:avLst/>
          </a:prstGeom>
          <a:ln w="57150">
            <a:solidFill>
              <a:srgbClr val="171D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EF93885-4322-470F-7075-D52FBA056B3A}"/>
              </a:ext>
            </a:extLst>
          </p:cNvPr>
          <p:cNvCxnSpPr>
            <a:cxnSpLocks/>
          </p:cNvCxnSpPr>
          <p:nvPr/>
        </p:nvCxnSpPr>
        <p:spPr>
          <a:xfrm flipH="1" flipV="1">
            <a:off x="7936609" y="1680023"/>
            <a:ext cx="1205372" cy="1898373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05795EA-39CB-C221-612C-B165A319DF88}"/>
              </a:ext>
            </a:extLst>
          </p:cNvPr>
          <p:cNvCxnSpPr>
            <a:cxnSpLocks/>
          </p:cNvCxnSpPr>
          <p:nvPr/>
        </p:nvCxnSpPr>
        <p:spPr>
          <a:xfrm flipH="1" flipV="1">
            <a:off x="5090321" y="1658496"/>
            <a:ext cx="1241661" cy="1947513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178C7C-397F-671C-7F0D-A3126A4449DC}"/>
              </a:ext>
            </a:extLst>
          </p:cNvPr>
          <p:cNvCxnSpPr>
            <a:cxnSpLocks/>
          </p:cNvCxnSpPr>
          <p:nvPr/>
        </p:nvCxnSpPr>
        <p:spPr>
          <a:xfrm flipH="1" flipV="1">
            <a:off x="2313432" y="1680023"/>
            <a:ext cx="1163075" cy="1898267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30CDC33-688C-8DDF-E189-72679805AC12}"/>
              </a:ext>
            </a:extLst>
          </p:cNvPr>
          <p:cNvCxnSpPr>
            <a:cxnSpLocks/>
          </p:cNvCxnSpPr>
          <p:nvPr/>
        </p:nvCxnSpPr>
        <p:spPr>
          <a:xfrm flipV="1">
            <a:off x="8311205" y="3570248"/>
            <a:ext cx="845517" cy="2011953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0E51C0B-F705-B825-5429-074E5D0BDE13}"/>
              </a:ext>
            </a:extLst>
          </p:cNvPr>
          <p:cNvCxnSpPr>
            <a:cxnSpLocks/>
          </p:cNvCxnSpPr>
          <p:nvPr/>
        </p:nvCxnSpPr>
        <p:spPr>
          <a:xfrm flipV="1">
            <a:off x="5486465" y="3583627"/>
            <a:ext cx="845517" cy="2011953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C0DCD01-4CB2-1898-9364-5EE1860C4164}"/>
              </a:ext>
            </a:extLst>
          </p:cNvPr>
          <p:cNvCxnSpPr>
            <a:cxnSpLocks/>
          </p:cNvCxnSpPr>
          <p:nvPr/>
        </p:nvCxnSpPr>
        <p:spPr>
          <a:xfrm flipV="1">
            <a:off x="2632365" y="3592831"/>
            <a:ext cx="845517" cy="1989370"/>
          </a:xfrm>
          <a:prstGeom prst="line">
            <a:avLst/>
          </a:prstGeom>
          <a:ln w="57150">
            <a:solidFill>
              <a:srgbClr val="171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12487C7-AEE2-027A-B463-1F7B871343B3}"/>
              </a:ext>
            </a:extLst>
          </p:cNvPr>
          <p:cNvSpPr/>
          <p:nvPr/>
        </p:nvSpPr>
        <p:spPr>
          <a:xfrm>
            <a:off x="9951918" y="1610393"/>
            <a:ext cx="1532946" cy="3933555"/>
          </a:xfrm>
          <a:prstGeom prst="roundRect">
            <a:avLst/>
          </a:prstGeom>
          <a:noFill/>
          <a:ln w="19050">
            <a:solidFill>
              <a:srgbClr val="171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300000" lon="0" rev="5400000"/>
              </a:camera>
              <a:lightRig rig="threePt" dir="t"/>
            </a:scene3d>
          </a:bodyPr>
          <a:lstStyle/>
          <a:p>
            <a:pPr algn="ctr"/>
            <a:endParaRPr lang="fr-FR" dirty="0">
              <a:solidFill>
                <a:srgbClr val="171D8F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DC5324-57E0-0ACC-64A1-EFDF0ACA7B22}"/>
              </a:ext>
            </a:extLst>
          </p:cNvPr>
          <p:cNvSpPr txBox="1"/>
          <p:nvPr/>
        </p:nvSpPr>
        <p:spPr>
          <a:xfrm rot="16200000">
            <a:off x="9109194" y="3128511"/>
            <a:ext cx="3271574" cy="899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rgbClr val="E9EAFB"/>
                </a:solidFill>
              </a:rPr>
              <a:t>Problème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FA996DD-A024-2DF0-66A6-51C5B53AC24E}"/>
              </a:ext>
            </a:extLst>
          </p:cNvPr>
          <p:cNvSpPr txBox="1"/>
          <p:nvPr/>
        </p:nvSpPr>
        <p:spPr>
          <a:xfrm>
            <a:off x="1394307" y="1231668"/>
            <a:ext cx="1753656" cy="40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Main d’œuvre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752D4E7-430A-135C-C4B3-2A220997B04F}"/>
              </a:ext>
            </a:extLst>
          </p:cNvPr>
          <p:cNvSpPr txBox="1"/>
          <p:nvPr/>
        </p:nvSpPr>
        <p:spPr>
          <a:xfrm>
            <a:off x="4213493" y="1223304"/>
            <a:ext cx="1753656" cy="40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Matériel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E4E0B95-4EFD-19A5-198B-4CE55069DA4A}"/>
              </a:ext>
            </a:extLst>
          </p:cNvPr>
          <p:cNvSpPr txBox="1"/>
          <p:nvPr/>
        </p:nvSpPr>
        <p:spPr>
          <a:xfrm>
            <a:off x="7059781" y="1226663"/>
            <a:ext cx="1753656" cy="40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Machine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EB970D6-0DA9-A632-6150-99A259B94D05}"/>
              </a:ext>
            </a:extLst>
          </p:cNvPr>
          <p:cNvSpPr txBox="1"/>
          <p:nvPr/>
        </p:nvSpPr>
        <p:spPr>
          <a:xfrm>
            <a:off x="7439561" y="5657948"/>
            <a:ext cx="17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Mesure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65FB524-AE34-44FA-4AF0-65531076D234}"/>
              </a:ext>
            </a:extLst>
          </p:cNvPr>
          <p:cNvSpPr txBox="1"/>
          <p:nvPr/>
        </p:nvSpPr>
        <p:spPr>
          <a:xfrm>
            <a:off x="4602831" y="5683337"/>
            <a:ext cx="1753656" cy="40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Méthode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C56CAC6-CCFA-D87E-3C0F-D43A816E099F}"/>
              </a:ext>
            </a:extLst>
          </p:cNvPr>
          <p:cNvSpPr txBox="1"/>
          <p:nvPr/>
        </p:nvSpPr>
        <p:spPr>
          <a:xfrm>
            <a:off x="1780934" y="5679726"/>
            <a:ext cx="1753656" cy="40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71D8F"/>
                </a:solidFill>
              </a:rPr>
              <a:t>Milieu</a:t>
            </a:r>
          </a:p>
        </p:txBody>
      </p:sp>
    </p:spTree>
    <p:extLst>
      <p:ext uri="{BB962C8B-B14F-4D97-AF65-F5344CB8AC3E}">
        <p14:creationId xmlns:p14="http://schemas.microsoft.com/office/powerpoint/2010/main" val="5299616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22</Words>
  <Application>Microsoft Office PowerPoint</Application>
  <PresentationFormat>Grand écran</PresentationFormat>
  <Paragraphs>11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Huard</dc:creator>
  <cp:lastModifiedBy>Marcel Huard</cp:lastModifiedBy>
  <cp:revision>1</cp:revision>
  <dcterms:created xsi:type="dcterms:W3CDTF">2026-07-21T09:18:49Z</dcterms:created>
  <dcterms:modified xsi:type="dcterms:W3CDTF">2026-07-30T09:26:15Z</dcterms:modified>
</cp:coreProperties>
</file>