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588"/>
    <a:srgbClr val="0B1587"/>
    <a:srgbClr val="171D8F"/>
    <a:srgbClr val="E2EAF8"/>
    <a:srgbClr val="BFC9E6"/>
    <a:srgbClr val="ECF1FB"/>
    <a:srgbClr val="EDF1FB"/>
    <a:srgbClr val="00487E"/>
    <a:srgbClr val="0062AC"/>
    <a:srgbClr val="499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Huard" userId="8a678e0b-82e3-4c7b-af70-c3eac26f1b36" providerId="ADAL" clId="{2AE5F92A-1DCD-40B8-B1A5-EB443473E87A}"/>
    <pc:docChg chg="undo custSel delSld modSld">
      <pc:chgData name="Marcel Huard" userId="8a678e0b-82e3-4c7b-af70-c3eac26f1b36" providerId="ADAL" clId="{2AE5F92A-1DCD-40B8-B1A5-EB443473E87A}" dt="2026-07-21T11:40:48.737" v="34" actId="1076"/>
      <pc:docMkLst>
        <pc:docMk/>
      </pc:docMkLst>
      <pc:sldChg chg="addSp delSp modSp mod">
        <pc:chgData name="Marcel Huard" userId="8a678e0b-82e3-4c7b-af70-c3eac26f1b36" providerId="ADAL" clId="{2AE5F92A-1DCD-40B8-B1A5-EB443473E87A}" dt="2026-07-21T11:40:48.737" v="34" actId="1076"/>
        <pc:sldMkLst>
          <pc:docMk/>
          <pc:sldMk cId="2171351624" sldId="256"/>
        </pc:sldMkLst>
        <pc:spChg chg="mod">
          <ac:chgData name="Marcel Huard" userId="8a678e0b-82e3-4c7b-af70-c3eac26f1b36" providerId="ADAL" clId="{2AE5F92A-1DCD-40B8-B1A5-EB443473E87A}" dt="2026-07-21T09:37:45.445" v="24" actId="207"/>
          <ac:spMkLst>
            <pc:docMk/>
            <pc:sldMk cId="2171351624" sldId="256"/>
            <ac:spMk id="4" creationId="{FDE4F2C3-3278-214D-2899-5757DE9D42F4}"/>
          </ac:spMkLst>
        </pc:spChg>
        <pc:picChg chg="add mod">
          <ac:chgData name="Marcel Huard" userId="8a678e0b-82e3-4c7b-af70-c3eac26f1b36" providerId="ADAL" clId="{2AE5F92A-1DCD-40B8-B1A5-EB443473E87A}" dt="2026-07-21T09:12:47.315" v="18" actId="1037"/>
          <ac:picMkLst>
            <pc:docMk/>
            <pc:sldMk cId="2171351624" sldId="256"/>
            <ac:picMk id="2" creationId="{EDB9279B-784C-AF72-ED0E-E39E8D6B80E3}"/>
          </ac:picMkLst>
        </pc:picChg>
        <pc:picChg chg="del">
          <ac:chgData name="Marcel Huard" userId="8a678e0b-82e3-4c7b-af70-c3eac26f1b36" providerId="ADAL" clId="{2AE5F92A-1DCD-40B8-B1A5-EB443473E87A}" dt="2026-07-21T11:40:31.915" v="30" actId="478"/>
          <ac:picMkLst>
            <pc:docMk/>
            <pc:sldMk cId="2171351624" sldId="256"/>
            <ac:picMk id="6" creationId="{DE89B661-36B5-ECCE-0C01-F410ABE420E0}"/>
          </ac:picMkLst>
        </pc:picChg>
        <pc:picChg chg="add mod">
          <ac:chgData name="Marcel Huard" userId="8a678e0b-82e3-4c7b-af70-c3eac26f1b36" providerId="ADAL" clId="{2AE5F92A-1DCD-40B8-B1A5-EB443473E87A}" dt="2026-07-21T11:40:48.737" v="34" actId="1076"/>
          <ac:picMkLst>
            <pc:docMk/>
            <pc:sldMk cId="2171351624" sldId="256"/>
            <ac:picMk id="7" creationId="{621653E3-BFFA-C3D8-EAA5-CB8DEB823ABE}"/>
          </ac:picMkLst>
        </pc:picChg>
        <pc:picChg chg="del">
          <ac:chgData name="Marcel Huard" userId="8a678e0b-82e3-4c7b-af70-c3eac26f1b36" providerId="ADAL" clId="{2AE5F92A-1DCD-40B8-B1A5-EB443473E87A}" dt="2026-07-21T09:12:26.016" v="1" actId="478"/>
          <ac:picMkLst>
            <pc:docMk/>
            <pc:sldMk cId="2171351624" sldId="256"/>
            <ac:picMk id="8" creationId="{101B7B62-D56B-0F7B-C860-7DCA0D1C6F46}"/>
          </ac:picMkLst>
        </pc:picChg>
        <pc:cxnChg chg="mod">
          <ac:chgData name="Marcel Huard" userId="8a678e0b-82e3-4c7b-af70-c3eac26f1b36" providerId="ADAL" clId="{2AE5F92A-1DCD-40B8-B1A5-EB443473E87A}" dt="2026-07-21T09:38:25.647" v="29" actId="208"/>
          <ac:cxnSpMkLst>
            <pc:docMk/>
            <pc:sldMk cId="2171351624" sldId="256"/>
            <ac:cxnSpMk id="5" creationId="{7BAA397B-B3A8-3E27-1ACA-44FCCFD20397}"/>
          </ac:cxnSpMkLst>
        </pc:cxnChg>
      </pc:sldChg>
      <pc:sldChg chg="addSp delSp modSp del mod">
        <pc:chgData name="Marcel Huard" userId="8a678e0b-82e3-4c7b-af70-c3eac26f1b36" providerId="ADAL" clId="{2AE5F92A-1DCD-40B8-B1A5-EB443473E87A}" dt="2026-07-21T09:18:43.261" v="21" actId="47"/>
        <pc:sldMkLst>
          <pc:docMk/>
          <pc:sldMk cId="504593708" sldId="257"/>
        </pc:sldMkLst>
        <pc:picChg chg="add">
          <ac:chgData name="Marcel Huard" userId="8a678e0b-82e3-4c7b-af70-c3eac26f1b36" providerId="ADAL" clId="{2AE5F92A-1DCD-40B8-B1A5-EB443473E87A}" dt="2026-07-21T09:12:59.411" v="20" actId="22"/>
          <ac:picMkLst>
            <pc:docMk/>
            <pc:sldMk cId="504593708" sldId="257"/>
            <ac:picMk id="3" creationId="{1E84C3A0-AB5C-9CD1-B322-085E19DCD67A}"/>
          </ac:picMkLst>
        </pc:picChg>
        <pc:picChg chg="del">
          <ac:chgData name="Marcel Huard" userId="8a678e0b-82e3-4c7b-af70-c3eac26f1b36" providerId="ADAL" clId="{2AE5F92A-1DCD-40B8-B1A5-EB443473E87A}" dt="2026-07-21T09:12:58.849" v="19" actId="478"/>
          <ac:picMkLst>
            <pc:docMk/>
            <pc:sldMk cId="504593708" sldId="257"/>
            <ac:picMk id="112" creationId="{E9D490E6-20A7-E697-345F-B0D8A9B7BA8C}"/>
          </ac:picMkLst>
        </pc:picChg>
        <pc:cxnChg chg="del mod">
          <ac:chgData name="Marcel Huard" userId="8a678e0b-82e3-4c7b-af70-c3eac26f1b36" providerId="ADAL" clId="{2AE5F92A-1DCD-40B8-B1A5-EB443473E87A}" dt="2026-07-21T09:06:30.843" v="0" actId="478"/>
          <ac:cxnSpMkLst>
            <pc:docMk/>
            <pc:sldMk cId="504593708" sldId="257"/>
            <ac:cxnSpMk id="99" creationId="{39BC3865-AD22-060C-9A4C-0FBE054680C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72205-0544-4E8A-ADFB-41314643981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F97CE-9577-4BA3-B3C8-D76775CC7F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04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371EE-8FFB-3D17-85F6-63504FB0C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BA02E0-4BF1-99A2-50A3-8A2E20D09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F33FD1-1F88-4381-C6E7-B8CCD2C9B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B47E7D-B5B5-1CD2-1866-435DDAA5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C05271-7DFD-E226-4849-6077C6B1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52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5F9FA-9447-FA1E-8483-1A4E4035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91A3FE-54A8-92E6-9BA5-FE18D59A5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CEF36C-A1C6-94BE-3152-55849E30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6C392-EBAF-AE79-FEAA-6F14681A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3911E5-E7BB-087F-272A-2545B25E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09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91938-5671-690A-3808-B2414A8A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8ACEEB-3A48-A4A3-478E-32C32A785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3D0FC9-91AF-978F-9A9E-F2CD26BA5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D6309E-FD68-8A83-48C6-E3922C37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E9A61C-44D9-F11C-5891-5C95B4A2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73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31912-DABB-8D52-2440-8338E2DD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154C08-4004-345E-E0FC-0812B97A9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1BF2BB-8D63-1EE5-1642-35625615D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5FE88A-75A5-53C7-B3BA-A8A8D856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D9DD92-99E3-3B5C-4F77-D42C7739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00B60D-CBB1-1458-F3F7-25642C95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32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45E35B-B5C5-ABF2-0561-68836842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F61C81-801C-F3DB-960C-9B9C0CAA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9AA377-C639-80FA-2717-321BCC83D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90F5ED4-7248-EEB4-BD38-47B8F1F48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43EAA79-A4FC-C56B-0FDA-2D86870A8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28E8CC-9D4B-9645-B7FC-7E1178B1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BC28171-CF69-7D1C-011D-2574742C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1564BC-9794-6737-E5C4-B06913EF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52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B11F25-AC61-601E-0250-4C74BD8D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C95902E-46F9-4FCE-444D-D0FB0105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124AF-9A47-6374-D136-CC2135EC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660B66-6C15-E497-D5D0-0C9DF357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34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98C294-8034-3C55-5650-CDCDCAFD8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F68434-16B2-5155-B1FE-9EEE3C80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242BE0-E64D-D43C-0FC4-5692B2A5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68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3C08E9-91DF-330F-E01C-8D53EAE15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80DE0F-A7FC-595E-20CC-025FD0B57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E49119-6F10-CFEF-CCB9-C4BDACE5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E20401-E628-6EC6-5B33-0EF03135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3F4CB4-9291-BFFC-0752-2C3363A5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DEF98B-3C05-7C23-2DBE-AA9B6A9C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2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56E7A-D604-64C7-90BB-3B8091ED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93549C-807F-96C2-E616-AD5BF9166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A70639-687A-F1DC-20A1-9321A7ED0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A0805D-C491-1ADC-7E0F-8A9344DA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45265E-2595-90E3-071F-15E59EAB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FD78F0-629D-4689-DDCB-0D6541DB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27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5FDDC-7EF6-2AC2-7942-B9F6E9CB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57E0E2-1E9F-0254-46A3-3D836F3DB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2F625-857B-AF81-051E-5C41A978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C49E39-38F6-DE41-809A-04B98DCB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1DAEC-FBC2-16B4-1E3F-A665DE97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27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1395CA-933D-C30D-019B-72054D8D0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947B5E-1F8F-D003-C278-ED188C91D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869646-599A-3CB6-0133-564B5ED3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F529D0-76E9-1AFE-CA88-DC7A672A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9B93D1-504A-5EBF-EB16-5286BC88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0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04378D1-4713-BF76-F4FB-54D3EB67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668760-2BEA-D1D3-CEC7-CF3FE29BB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4D7191-2187-7E45-5638-7E35D414E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ED594-03A4-47D3-8E8A-44B0D84C44F4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A7179D-C732-214E-F262-F387BC19A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8B7324-C008-6508-C54F-D6A559026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29F85-B78C-49DF-ABC2-DBE402DC2A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26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2">
            <a:extLst>
              <a:ext uri="{FF2B5EF4-FFF2-40B4-BE49-F238E27FC236}">
                <a16:creationId xmlns:a16="http://schemas.microsoft.com/office/drawing/2014/main" id="{1AD786A9-B622-63A2-1C72-B12C1352CBF1}"/>
              </a:ext>
            </a:extLst>
          </p:cNvPr>
          <p:cNvSpPr/>
          <p:nvPr/>
        </p:nvSpPr>
        <p:spPr>
          <a:xfrm>
            <a:off x="234743" y="2455478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QUI</a:t>
            </a:r>
          </a:p>
          <a:p>
            <a:endParaRPr lang="fr-FR" b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l'a rencontré ?</a:t>
            </a: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est concerné ?</a:t>
            </a:r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FFA85713-0B07-8D02-D76F-D65E6B0B9582}"/>
              </a:ext>
            </a:extLst>
          </p:cNvPr>
          <p:cNvSpPr/>
          <p:nvPr/>
        </p:nvSpPr>
        <p:spPr>
          <a:xfrm>
            <a:off x="234743" y="5361620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QUAND </a:t>
            </a:r>
          </a:p>
          <a:p>
            <a:endParaRPr lang="fr-FR" sz="1000" b="1" i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000" i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 est-il apparu ?</a:t>
            </a:r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C6E71B7D-5BF3-8CA2-1674-25863B96BED4}"/>
              </a:ext>
            </a:extLst>
          </p:cNvPr>
          <p:cNvSpPr/>
          <p:nvPr/>
        </p:nvSpPr>
        <p:spPr>
          <a:xfrm>
            <a:off x="234743" y="3906575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OÙ</a:t>
            </a:r>
          </a:p>
          <a:p>
            <a:endParaRPr lang="fr-FR" b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Où a-t-il été créé ?</a:t>
            </a: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8FA55C19-303A-E2EF-30E7-C773385813B7}"/>
              </a:ext>
            </a:extLst>
          </p:cNvPr>
          <p:cNvSpPr/>
          <p:nvPr/>
        </p:nvSpPr>
        <p:spPr>
          <a:xfrm>
            <a:off x="234743" y="1013283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E2EAF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QUOI</a:t>
            </a:r>
          </a:p>
          <a:p>
            <a:endParaRPr lang="en-US" i="1" dirty="0">
              <a:solidFill>
                <a:srgbClr val="1E2D6B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rgbClr val="E2EAF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Quel est le </a:t>
            </a:r>
            <a:r>
              <a:rPr lang="en-US" sz="1000" i="1" dirty="0" err="1">
                <a:solidFill>
                  <a:srgbClr val="E2EAF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problème</a:t>
            </a:r>
            <a:r>
              <a:rPr lang="en-US" sz="1000" i="1" dirty="0">
                <a:solidFill>
                  <a:srgbClr val="E2EAF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?</a:t>
            </a:r>
            <a:endParaRPr lang="fr-FR" sz="1000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E4F2C3-3278-214D-2899-5757DE9D42F4}"/>
              </a:ext>
            </a:extLst>
          </p:cNvPr>
          <p:cNvSpPr/>
          <p:nvPr/>
        </p:nvSpPr>
        <p:spPr>
          <a:xfrm>
            <a:off x="54863" y="56461"/>
            <a:ext cx="12051792" cy="772740"/>
          </a:xfrm>
          <a:prstGeom prst="rect">
            <a:avLst/>
          </a:prstGeom>
          <a:solidFill>
            <a:srgbClr val="0B1587"/>
          </a:solidFill>
          <a:ln>
            <a:solidFill>
              <a:srgbClr val="171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3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			QQOQCCP</a:t>
            </a:r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AA397B-B3A8-3E27-1ACA-44FCCFD20397}"/>
              </a:ext>
            </a:extLst>
          </p:cNvPr>
          <p:cNvCxnSpPr>
            <a:cxnSpLocks/>
          </p:cNvCxnSpPr>
          <p:nvPr/>
        </p:nvCxnSpPr>
        <p:spPr>
          <a:xfrm>
            <a:off x="54863" y="829201"/>
            <a:ext cx="12051792" cy="0"/>
          </a:xfrm>
          <a:prstGeom prst="line">
            <a:avLst/>
          </a:prstGeom>
          <a:ln>
            <a:solidFill>
              <a:srgbClr val="0B158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Case_1_0">
            <a:extLst>
              <a:ext uri="{FF2B5EF4-FFF2-40B4-BE49-F238E27FC236}">
                <a16:creationId xmlns:a16="http://schemas.microsoft.com/office/drawing/2014/main" id="{8FDF94D6-A665-E2AD-30B3-3F8AA0196B04}"/>
              </a:ext>
            </a:extLst>
          </p:cNvPr>
          <p:cNvSpPr>
            <a:spLocks noGrp="1"/>
          </p:cNvSpPr>
          <p:nvPr/>
        </p:nvSpPr>
        <p:spPr>
          <a:xfrm>
            <a:off x="1794721" y="1013281"/>
            <a:ext cx="5975560" cy="126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 dirty="0"/>
          </a:p>
        </p:txBody>
      </p:sp>
      <p:sp>
        <p:nvSpPr>
          <p:cNvPr id="48" name="Case_1_1">
            <a:extLst>
              <a:ext uri="{FF2B5EF4-FFF2-40B4-BE49-F238E27FC236}">
                <a16:creationId xmlns:a16="http://schemas.microsoft.com/office/drawing/2014/main" id="{A4A7C5BE-9022-AB0F-F7C1-F130276A8D1E}"/>
              </a:ext>
            </a:extLst>
          </p:cNvPr>
          <p:cNvSpPr>
            <a:spLocks noGrp="1"/>
          </p:cNvSpPr>
          <p:nvPr/>
        </p:nvSpPr>
        <p:spPr>
          <a:xfrm>
            <a:off x="1794720" y="2455478"/>
            <a:ext cx="4186979" cy="126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50" name="Case_1_2">
            <a:extLst>
              <a:ext uri="{FF2B5EF4-FFF2-40B4-BE49-F238E27FC236}">
                <a16:creationId xmlns:a16="http://schemas.microsoft.com/office/drawing/2014/main" id="{1D742C58-0A47-2D91-0311-7F6DDB35E1D1}"/>
              </a:ext>
            </a:extLst>
          </p:cNvPr>
          <p:cNvSpPr>
            <a:spLocks noGrp="1"/>
          </p:cNvSpPr>
          <p:nvPr/>
        </p:nvSpPr>
        <p:spPr>
          <a:xfrm>
            <a:off x="1794720" y="3906577"/>
            <a:ext cx="4186979" cy="126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 dirty="0"/>
          </a:p>
        </p:txBody>
      </p:sp>
      <p:sp>
        <p:nvSpPr>
          <p:cNvPr id="52" name="Case_1_2">
            <a:extLst>
              <a:ext uri="{FF2B5EF4-FFF2-40B4-BE49-F238E27FC236}">
                <a16:creationId xmlns:a16="http://schemas.microsoft.com/office/drawing/2014/main" id="{DF3F51B1-EBA9-53C2-33C2-CF561FE761A3}"/>
              </a:ext>
            </a:extLst>
          </p:cNvPr>
          <p:cNvSpPr>
            <a:spLocks noGrp="1"/>
          </p:cNvSpPr>
          <p:nvPr/>
        </p:nvSpPr>
        <p:spPr>
          <a:xfrm>
            <a:off x="1794720" y="5360654"/>
            <a:ext cx="4186979" cy="126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644CBC21-BA68-7537-8185-C397C9B30CED}"/>
              </a:ext>
            </a:extLst>
          </p:cNvPr>
          <p:cNvSpPr/>
          <p:nvPr/>
        </p:nvSpPr>
        <p:spPr>
          <a:xfrm>
            <a:off x="6210303" y="2455478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COMBIEN</a:t>
            </a:r>
          </a:p>
          <a:p>
            <a:endParaRPr lang="fr-FR" b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Combien de fois ? </a:t>
            </a: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quelle fréquence ?</a:t>
            </a: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coûte-il ?</a:t>
            </a:r>
          </a:p>
        </p:txBody>
      </p:sp>
      <p:sp>
        <p:nvSpPr>
          <p:cNvPr id="63" name="Shape 12">
            <a:extLst>
              <a:ext uri="{FF2B5EF4-FFF2-40B4-BE49-F238E27FC236}">
                <a16:creationId xmlns:a16="http://schemas.microsoft.com/office/drawing/2014/main" id="{C277B8B4-DB5A-3AB3-8893-27C756029E3A}"/>
              </a:ext>
            </a:extLst>
          </p:cNvPr>
          <p:cNvSpPr/>
          <p:nvPr/>
        </p:nvSpPr>
        <p:spPr>
          <a:xfrm>
            <a:off x="6210303" y="5361620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/>
          <a:lstStyle/>
          <a:p>
            <a:r>
              <a:rPr lang="fr-FR" b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POURQUOI </a:t>
            </a:r>
          </a:p>
          <a:p>
            <a:endParaRPr lang="fr-FR" sz="1000" b="1" i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000" i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Pourquoi est-ce un problème ?</a:t>
            </a:r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3505219B-10F6-9A9C-F39F-546E9ED2F9D3}"/>
              </a:ext>
            </a:extLst>
          </p:cNvPr>
          <p:cNvSpPr/>
          <p:nvPr/>
        </p:nvSpPr>
        <p:spPr>
          <a:xfrm>
            <a:off x="6210303" y="3906575"/>
            <a:ext cx="1824252" cy="1259998"/>
          </a:xfrm>
          <a:prstGeom prst="roundRect">
            <a:avLst>
              <a:gd name="adj" fmla="val 17391"/>
            </a:avLst>
          </a:prstGeom>
          <a:solidFill>
            <a:srgbClr val="3D5BA9"/>
          </a:solidFill>
          <a:ln w="12700">
            <a:solidFill>
              <a:srgbClr val="3D5BA9"/>
            </a:solidFill>
            <a:prstDash val="solid"/>
          </a:ln>
        </p:spPr>
        <p:txBody>
          <a:bodyPr lIns="36000" tIns="46800" rIns="36000"/>
          <a:lstStyle/>
          <a:p>
            <a:r>
              <a:rPr lang="fr-FR" b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COMMENT</a:t>
            </a:r>
          </a:p>
          <a:p>
            <a:endParaRPr lang="fr-FR" sz="1000" b="1" i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000" b="1" i="1" dirty="0">
              <a:solidFill>
                <a:srgbClr val="E2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est-il apparu ?</a:t>
            </a:r>
          </a:p>
          <a:p>
            <a:r>
              <a:rPr lang="fr-FR" sz="1000" i="1" dirty="0">
                <a:solidFill>
                  <a:srgbClr val="E2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 quelles conditions ?</a:t>
            </a:r>
          </a:p>
        </p:txBody>
      </p:sp>
      <p:sp>
        <p:nvSpPr>
          <p:cNvPr id="67" name="Case_1_1">
            <a:extLst>
              <a:ext uri="{FF2B5EF4-FFF2-40B4-BE49-F238E27FC236}">
                <a16:creationId xmlns:a16="http://schemas.microsoft.com/office/drawing/2014/main" id="{800A8DF2-38C7-BD25-692F-E6E5D56D4773}"/>
              </a:ext>
            </a:extLst>
          </p:cNvPr>
          <p:cNvSpPr>
            <a:spLocks noGrp="1"/>
          </p:cNvSpPr>
          <p:nvPr/>
        </p:nvSpPr>
        <p:spPr>
          <a:xfrm>
            <a:off x="7770281" y="2455478"/>
            <a:ext cx="4186976" cy="126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69" name="Case_1_2">
            <a:extLst>
              <a:ext uri="{FF2B5EF4-FFF2-40B4-BE49-F238E27FC236}">
                <a16:creationId xmlns:a16="http://schemas.microsoft.com/office/drawing/2014/main" id="{DFA69FDB-AFC7-62A1-356B-636822CB5193}"/>
              </a:ext>
            </a:extLst>
          </p:cNvPr>
          <p:cNvSpPr>
            <a:spLocks noGrp="1"/>
          </p:cNvSpPr>
          <p:nvPr/>
        </p:nvSpPr>
        <p:spPr>
          <a:xfrm>
            <a:off x="7770281" y="3906577"/>
            <a:ext cx="4186976" cy="126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 dirty="0"/>
          </a:p>
        </p:txBody>
      </p:sp>
      <p:sp>
        <p:nvSpPr>
          <p:cNvPr id="71" name="Case_1_2">
            <a:extLst>
              <a:ext uri="{FF2B5EF4-FFF2-40B4-BE49-F238E27FC236}">
                <a16:creationId xmlns:a16="http://schemas.microsoft.com/office/drawing/2014/main" id="{F3016312-7A9E-6833-A001-743C34518360}"/>
              </a:ext>
            </a:extLst>
          </p:cNvPr>
          <p:cNvSpPr>
            <a:spLocks noGrp="1"/>
          </p:cNvSpPr>
          <p:nvPr/>
        </p:nvSpPr>
        <p:spPr>
          <a:xfrm>
            <a:off x="7770281" y="5360654"/>
            <a:ext cx="4186976" cy="126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73" name="Shape 172">
            <a:extLst>
              <a:ext uri="{FF2B5EF4-FFF2-40B4-BE49-F238E27FC236}">
                <a16:creationId xmlns:a16="http://schemas.microsoft.com/office/drawing/2014/main" id="{16E0E25F-5A8C-17CA-2B28-71A8E13E5460}"/>
              </a:ext>
            </a:extLst>
          </p:cNvPr>
          <p:cNvSpPr/>
          <p:nvPr/>
        </p:nvSpPr>
        <p:spPr>
          <a:xfrm>
            <a:off x="54863" y="55543"/>
            <a:ext cx="12051792" cy="6748272"/>
          </a:xfrm>
          <a:prstGeom prst="rect">
            <a:avLst/>
          </a:prstGeom>
          <a:ln w="1524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F8C6B2CD-8B03-D3B4-2A49-77072DD209D6}"/>
              </a:ext>
            </a:extLst>
          </p:cNvPr>
          <p:cNvGrpSpPr/>
          <p:nvPr/>
        </p:nvGrpSpPr>
        <p:grpSpPr>
          <a:xfrm>
            <a:off x="6548954" y="154477"/>
            <a:ext cx="3863551" cy="566929"/>
            <a:chOff x="6548954" y="154477"/>
            <a:chExt cx="3863551" cy="566929"/>
          </a:xfrm>
        </p:grpSpPr>
        <p:sp>
          <p:nvSpPr>
            <p:cNvPr id="77" name="Shape 2">
              <a:extLst>
                <a:ext uri="{FF2B5EF4-FFF2-40B4-BE49-F238E27FC236}">
                  <a16:creationId xmlns:a16="http://schemas.microsoft.com/office/drawing/2014/main" id="{34AFE65C-04F5-B979-76D8-21768B26AD8F}"/>
                </a:ext>
              </a:extLst>
            </p:cNvPr>
            <p:cNvSpPr/>
            <p:nvPr/>
          </p:nvSpPr>
          <p:spPr>
            <a:xfrm>
              <a:off x="6548954" y="154477"/>
              <a:ext cx="3863551" cy="566928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2700">
              <a:solidFill>
                <a:srgbClr val="B9C4CE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EC96CC95-E3BC-DD5A-1409-2F5F83DC1B48}"/>
                </a:ext>
              </a:extLst>
            </p:cNvPr>
            <p:cNvSpPr txBox="1"/>
            <p:nvPr/>
          </p:nvSpPr>
          <p:spPr>
            <a:xfrm>
              <a:off x="6548954" y="194082"/>
              <a:ext cx="3863551" cy="527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Animateur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_______________________________________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	 </a:t>
              </a:r>
            </a:p>
            <a:p>
              <a:pPr>
                <a:lnSpc>
                  <a:spcPct val="150000"/>
                </a:lnSpc>
              </a:pP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Secteur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     Date :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 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	</a:t>
              </a:r>
            </a:p>
          </p:txBody>
        </p:sp>
      </p:grpSp>
      <p:sp>
        <p:nvSpPr>
          <p:cNvPr id="80" name="Case_1_0">
            <a:extLst>
              <a:ext uri="{FF2B5EF4-FFF2-40B4-BE49-F238E27FC236}">
                <a16:creationId xmlns:a16="http://schemas.microsoft.com/office/drawing/2014/main" id="{C0D32345-874A-2920-2135-C665B48EEB14}"/>
              </a:ext>
            </a:extLst>
          </p:cNvPr>
          <p:cNvSpPr>
            <a:spLocks noGrp="1"/>
          </p:cNvSpPr>
          <p:nvPr/>
        </p:nvSpPr>
        <p:spPr>
          <a:xfrm>
            <a:off x="8034555" y="1012339"/>
            <a:ext cx="3922702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E"/>
            </a:solidFill>
            <a:prstDash val="solid"/>
          </a:ln>
        </p:spPr>
        <p:txBody>
          <a:bodyPr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photo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Image 1" descr="Logo bleu.png">
            <a:extLst>
              <a:ext uri="{FF2B5EF4-FFF2-40B4-BE49-F238E27FC236}">
                <a16:creationId xmlns:a16="http://schemas.microsoft.com/office/drawing/2014/main" id="{EDB9279B-784C-AF72-ED0E-E39E8D6B8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857" y="103890"/>
            <a:ext cx="1187104" cy="6681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21653E3-BFFA-C3D8-EAA5-CB8DEB823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39" y="54185"/>
            <a:ext cx="1057394" cy="80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516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76</Words>
  <Application>Microsoft Office PowerPoint</Application>
  <PresentationFormat>Grand écran</PresentationFormat>
  <Paragraphs>32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Orlane Bodevin</dc:creator>
  <cp:lastModifiedBy>Marcel Huard</cp:lastModifiedBy>
  <cp:revision>2</cp:revision>
  <dcterms:created xsi:type="dcterms:W3CDTF">2026-07-07T09:12:44Z</dcterms:created>
  <dcterms:modified xsi:type="dcterms:W3CDTF">2026-07-21T11:40:53Z</dcterms:modified>
</cp:coreProperties>
</file>