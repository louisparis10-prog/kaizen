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D0788-BE6F-4FEC-9789-9D3B56CEF0D4}" v="26" dt="2026-07-22T09:36:05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Huard" userId="8a678e0b-82e3-4c7b-af70-c3eac26f1b36" providerId="ADAL" clId="{2AE5F92A-1DCD-40B8-B1A5-EB443473E87A}"/>
    <pc:docChg chg="undo redo custSel addSld delSld modSld sldOrd">
      <pc:chgData name="Marcel Huard" userId="8a678e0b-82e3-4c7b-af70-c3eac26f1b36" providerId="ADAL" clId="{2AE5F92A-1DCD-40B8-B1A5-EB443473E87A}" dt="2026-07-22T13:49:12.170" v="829" actId="1036"/>
      <pc:docMkLst>
        <pc:docMk/>
      </pc:docMkLst>
      <pc:sldChg chg="addSp delSp modSp add del mod">
        <pc:chgData name="Marcel Huard" userId="8a678e0b-82e3-4c7b-af70-c3eac26f1b36" providerId="ADAL" clId="{2AE5F92A-1DCD-40B8-B1A5-EB443473E87A}" dt="2026-07-22T09:19:23.420" v="604" actId="47"/>
        <pc:sldMkLst>
          <pc:docMk/>
          <pc:sldMk cId="0" sldId="256"/>
        </pc:sldMkLst>
        <pc:spChg chg="add del mod">
          <ac:chgData name="Marcel Huard" userId="8a678e0b-82e3-4c7b-af70-c3eac26f1b36" providerId="ADAL" clId="{2AE5F92A-1DCD-40B8-B1A5-EB443473E87A}" dt="2026-07-22T09:16:48.954" v="585" actId="478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del mod">
        <pc:chgData name="Marcel Huard" userId="8a678e0b-82e3-4c7b-af70-c3eac26f1b36" providerId="ADAL" clId="{2AE5F92A-1DCD-40B8-B1A5-EB443473E87A}" dt="2026-07-22T13:02:56.940" v="777" actId="47"/>
        <pc:sldMkLst>
          <pc:docMk/>
          <pc:sldMk cId="504593708" sldId="257"/>
        </pc:sldMkLst>
        <pc:spChg chg="add del">
          <ac:chgData name="Marcel Huard" userId="8a678e0b-82e3-4c7b-af70-c3eac26f1b36" providerId="ADAL" clId="{2AE5F92A-1DCD-40B8-B1A5-EB443473E87A}" dt="2026-07-22T08:56:58.948" v="506" actId="22"/>
          <ac:spMkLst>
            <pc:docMk/>
            <pc:sldMk cId="504593708" sldId="257"/>
            <ac:spMk id="5" creationId="{51A6845D-47B0-B577-4575-B6537BB87251}"/>
          </ac:spMkLst>
        </pc:spChg>
        <pc:spChg chg="add del mod">
          <ac:chgData name="Marcel Huard" userId="8a678e0b-82e3-4c7b-af70-c3eac26f1b36" providerId="ADAL" clId="{2AE5F92A-1DCD-40B8-B1A5-EB443473E87A}" dt="2026-07-22T09:16:46.954" v="576" actId="478"/>
          <ac:spMkLst>
            <pc:docMk/>
            <pc:sldMk cId="504593708" sldId="257"/>
            <ac:spMk id="9" creationId="{7C81679F-4E54-3122-62AB-CF8F57EEBBDD}"/>
          </ac:spMkLst>
        </pc:spChg>
        <pc:spChg chg="del mod">
          <ac:chgData name="Marcel Huard" userId="8a678e0b-82e3-4c7b-af70-c3eac26f1b36" providerId="ADAL" clId="{2AE5F92A-1DCD-40B8-B1A5-EB443473E87A}" dt="2026-07-22T09:07:52.591" v="514" actId="478"/>
          <ac:spMkLst>
            <pc:docMk/>
            <pc:sldMk cId="504593708" sldId="257"/>
            <ac:spMk id="10" creationId="{7255FBFE-5505-230E-5B07-C55F35AE00A1}"/>
          </ac:spMkLst>
        </pc:spChg>
        <pc:spChg chg="add del mod">
          <ac:chgData name="Marcel Huard" userId="8a678e0b-82e3-4c7b-af70-c3eac26f1b36" providerId="ADAL" clId="{2AE5F92A-1DCD-40B8-B1A5-EB443473E87A}" dt="2026-07-22T09:16:47.563" v="579" actId="478"/>
          <ac:spMkLst>
            <pc:docMk/>
            <pc:sldMk cId="504593708" sldId="257"/>
            <ac:spMk id="12" creationId="{24538D2C-A1DB-6230-7650-8232C824AB99}"/>
          </ac:spMkLst>
        </pc:spChg>
        <pc:spChg chg="mod">
          <ac:chgData name="Marcel Huard" userId="8a678e0b-82e3-4c7b-af70-c3eac26f1b36" providerId="ADAL" clId="{2AE5F92A-1DCD-40B8-B1A5-EB443473E87A}" dt="2026-07-22T09:13:26.418" v="530"/>
          <ac:spMkLst>
            <pc:docMk/>
            <pc:sldMk cId="504593708" sldId="257"/>
            <ac:spMk id="20" creationId="{85B832E8-7853-9314-D87D-656781DE22ED}"/>
          </ac:spMkLst>
        </pc:spChg>
        <pc:spChg chg="mod">
          <ac:chgData name="Marcel Huard" userId="8a678e0b-82e3-4c7b-af70-c3eac26f1b36" providerId="ADAL" clId="{2AE5F92A-1DCD-40B8-B1A5-EB443473E87A}" dt="2026-07-22T09:13:26.418" v="530"/>
          <ac:spMkLst>
            <pc:docMk/>
            <pc:sldMk cId="504593708" sldId="257"/>
            <ac:spMk id="22" creationId="{E7DCB55A-0EDF-5B0E-BC48-8F47D1B55AF3}"/>
          </ac:spMkLst>
        </pc:spChg>
        <pc:spChg chg="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23" creationId="{E09A823A-DB02-1093-3AEB-653FD7893B77}"/>
          </ac:spMkLst>
        </pc:spChg>
        <pc:spChg chg="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24" creationId="{C83AC1FD-991B-60DA-FA00-83C7D0AAA0E6}"/>
          </ac:spMkLst>
        </pc:spChg>
        <pc:spChg chg="add 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25" creationId="{6FC72744-4EAE-3D73-D47A-F54B5C5CA9FD}"/>
          </ac:spMkLst>
        </pc:spChg>
        <pc:spChg chg="add 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26" creationId="{ED9111C4-4857-A7F3-004B-F08969C2619E}"/>
          </ac:spMkLst>
        </pc:spChg>
        <pc:spChg chg="del mod">
          <ac:chgData name="Marcel Huard" userId="8a678e0b-82e3-4c7b-af70-c3eac26f1b36" providerId="ADAL" clId="{2AE5F92A-1DCD-40B8-B1A5-EB443473E87A}" dt="2026-07-22T09:07:55.588" v="518" actId="478"/>
          <ac:spMkLst>
            <pc:docMk/>
            <pc:sldMk cId="504593708" sldId="257"/>
            <ac:spMk id="27" creationId="{FB355C40-3678-828B-CE1A-EEF94A1CC886}"/>
          </ac:spMkLst>
        </pc:spChg>
        <pc:spChg chg="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28" creationId="{420BB0EA-BEAA-67ED-257D-2030CA0C424B}"/>
          </ac:spMkLst>
        </pc:spChg>
        <pc:spChg chg="del mod">
          <ac:chgData name="Marcel Huard" userId="8a678e0b-82e3-4c7b-af70-c3eac26f1b36" providerId="ADAL" clId="{2AE5F92A-1DCD-40B8-B1A5-EB443473E87A}" dt="2026-07-22T09:07:54.832" v="517" actId="478"/>
          <ac:spMkLst>
            <pc:docMk/>
            <pc:sldMk cId="504593708" sldId="257"/>
            <ac:spMk id="29" creationId="{24BF8595-7358-27D4-1991-A7E74D9D5251}"/>
          </ac:spMkLst>
        </pc:spChg>
        <pc:spChg chg="mod">
          <ac:chgData name="Marcel Huard" userId="8a678e0b-82e3-4c7b-af70-c3eac26f1b36" providerId="ADAL" clId="{2AE5F92A-1DCD-40B8-B1A5-EB443473E87A}" dt="2026-07-22T09:14:15.215" v="539" actId="14100"/>
          <ac:spMkLst>
            <pc:docMk/>
            <pc:sldMk cId="504593708" sldId="257"/>
            <ac:spMk id="30" creationId="{C9960957-0A35-A724-6D64-79886B56A8D3}"/>
          </ac:spMkLst>
        </pc:spChg>
        <pc:spChg chg="del mod">
          <ac:chgData name="Marcel Huard" userId="8a678e0b-82e3-4c7b-af70-c3eac26f1b36" providerId="ADAL" clId="{2AE5F92A-1DCD-40B8-B1A5-EB443473E87A}" dt="2026-07-22T09:07:54.046" v="516" actId="478"/>
          <ac:spMkLst>
            <pc:docMk/>
            <pc:sldMk cId="504593708" sldId="257"/>
            <ac:spMk id="31" creationId="{0FC61AC7-D69B-656E-5A2F-1C13ED8694F5}"/>
          </ac:spMkLst>
        </pc:spChg>
        <pc:spChg chg="del mod">
          <ac:chgData name="Marcel Huard" userId="8a678e0b-82e3-4c7b-af70-c3eac26f1b36" providerId="ADAL" clId="{2AE5F92A-1DCD-40B8-B1A5-EB443473E87A}" dt="2026-07-22T09:07:53.307" v="515" actId="478"/>
          <ac:spMkLst>
            <pc:docMk/>
            <pc:sldMk cId="504593708" sldId="257"/>
            <ac:spMk id="33" creationId="{02698167-21D9-26C0-5BF9-CFB07E0B6F29}"/>
          </ac:spMkLst>
        </pc:spChg>
        <pc:spChg chg="mod">
          <ac:chgData name="Marcel Huard" userId="8a678e0b-82e3-4c7b-af70-c3eac26f1b36" providerId="ADAL" clId="{2AE5F92A-1DCD-40B8-B1A5-EB443473E87A}" dt="2026-07-22T09:13:26.418" v="530"/>
          <ac:spMkLst>
            <pc:docMk/>
            <pc:sldMk cId="504593708" sldId="257"/>
            <ac:spMk id="37" creationId="{E29F9339-5E86-96B4-CF25-525D3F93FA00}"/>
          </ac:spMkLst>
        </pc:spChg>
        <pc:spChg chg="mod">
          <ac:chgData name="Marcel Huard" userId="8a678e0b-82e3-4c7b-af70-c3eac26f1b36" providerId="ADAL" clId="{2AE5F92A-1DCD-40B8-B1A5-EB443473E87A}" dt="2026-07-22T09:13:26.418" v="530"/>
          <ac:spMkLst>
            <pc:docMk/>
            <pc:sldMk cId="504593708" sldId="257"/>
            <ac:spMk id="38" creationId="{891B3146-A646-5B5B-ECFF-2A653D1D923E}"/>
          </ac:spMkLst>
        </pc:spChg>
        <pc:spChg chg="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39" creationId="{527F21E4-A597-667B-5AB0-EF7E1657D4F1}"/>
          </ac:spMkLst>
        </pc:spChg>
        <pc:spChg chg="del">
          <ac:chgData name="Marcel Huard" userId="8a678e0b-82e3-4c7b-af70-c3eac26f1b36" providerId="ADAL" clId="{2AE5F92A-1DCD-40B8-B1A5-EB443473E87A}" dt="2026-07-22T08:38:17.347" v="19" actId="478"/>
          <ac:spMkLst>
            <pc:docMk/>
            <pc:sldMk cId="504593708" sldId="257"/>
            <ac:spMk id="40" creationId="{9EE1A210-936B-0883-A586-B5A220AE12F5}"/>
          </ac:spMkLst>
        </pc:spChg>
        <pc:spChg chg="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43" creationId="{C573E2D6-1C8D-B22D-44C5-332DE620C539}"/>
          </ac:spMkLst>
        </pc:spChg>
        <pc:spChg chg="del">
          <ac:chgData name="Marcel Huard" userId="8a678e0b-82e3-4c7b-af70-c3eac26f1b36" providerId="ADAL" clId="{2AE5F92A-1DCD-40B8-B1A5-EB443473E87A}" dt="2026-07-22T08:38:18.559" v="21" actId="478"/>
          <ac:spMkLst>
            <pc:docMk/>
            <pc:sldMk cId="504593708" sldId="257"/>
            <ac:spMk id="44" creationId="{42E7B7E6-1C37-FA38-D2E3-5DB61824BA6B}"/>
          </ac:spMkLst>
        </pc:spChg>
        <pc:spChg chg="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45" creationId="{224FD75C-1766-2609-ED92-8F38E6EC5068}"/>
          </ac:spMkLst>
        </pc:spChg>
        <pc:spChg chg="add 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46" creationId="{1AAEEB38-2B1E-9D8E-9EE2-0E64C5E7BF6B}"/>
          </ac:spMkLst>
        </pc:spChg>
        <pc:spChg chg="del mod">
          <ac:chgData name="Marcel Huard" userId="8a678e0b-82e3-4c7b-af70-c3eac26f1b36" providerId="ADAL" clId="{2AE5F92A-1DCD-40B8-B1A5-EB443473E87A}" dt="2026-07-22T08:38:23.693" v="30" actId="478"/>
          <ac:spMkLst>
            <pc:docMk/>
            <pc:sldMk cId="504593708" sldId="257"/>
            <ac:spMk id="48" creationId="{4295CC15-81BA-B738-7765-E5CA4513A3CF}"/>
          </ac:spMkLst>
        </pc:spChg>
        <pc:spChg chg="del">
          <ac:chgData name="Marcel Huard" userId="8a678e0b-82e3-4c7b-af70-c3eac26f1b36" providerId="ADAL" clId="{2AE5F92A-1DCD-40B8-B1A5-EB443473E87A}" dt="2026-07-22T08:38:23.204" v="28" actId="478"/>
          <ac:spMkLst>
            <pc:docMk/>
            <pc:sldMk cId="504593708" sldId="257"/>
            <ac:spMk id="50" creationId="{2A23C67B-C9B8-88BD-3C50-6EBB4D0D7F7F}"/>
          </ac:spMkLst>
        </pc:spChg>
        <pc:spChg chg="del">
          <ac:chgData name="Marcel Huard" userId="8a678e0b-82e3-4c7b-af70-c3eac26f1b36" providerId="ADAL" clId="{2AE5F92A-1DCD-40B8-B1A5-EB443473E87A}" dt="2026-07-22T08:38:22.753" v="27" actId="478"/>
          <ac:spMkLst>
            <pc:docMk/>
            <pc:sldMk cId="504593708" sldId="257"/>
            <ac:spMk id="52" creationId="{23E3FBB0-139A-104D-CA6A-BBE439A30716}"/>
          </ac:spMkLst>
        </pc:spChg>
        <pc:spChg chg="del">
          <ac:chgData name="Marcel Huard" userId="8a678e0b-82e3-4c7b-af70-c3eac26f1b36" providerId="ADAL" clId="{2AE5F92A-1DCD-40B8-B1A5-EB443473E87A}" dt="2026-07-22T08:38:22.337" v="26" actId="478"/>
          <ac:spMkLst>
            <pc:docMk/>
            <pc:sldMk cId="504593708" sldId="257"/>
            <ac:spMk id="54" creationId="{AC850EFB-4F13-430B-5557-0B5FC2AFBA92}"/>
          </ac:spMkLst>
        </pc:spChg>
        <pc:spChg chg="mod">
          <ac:chgData name="Marcel Huard" userId="8a678e0b-82e3-4c7b-af70-c3eac26f1b36" providerId="ADAL" clId="{2AE5F92A-1DCD-40B8-B1A5-EB443473E87A}" dt="2026-07-22T09:13:26.418" v="530"/>
          <ac:spMkLst>
            <pc:docMk/>
            <pc:sldMk cId="504593708" sldId="257"/>
            <ac:spMk id="55" creationId="{B959F8B7-C21D-41CE-3A2B-6BCA4242CA24}"/>
          </ac:spMkLst>
        </pc:spChg>
        <pc:spChg chg="del">
          <ac:chgData name="Marcel Huard" userId="8a678e0b-82e3-4c7b-af70-c3eac26f1b36" providerId="ADAL" clId="{2AE5F92A-1DCD-40B8-B1A5-EB443473E87A}" dt="2026-07-22T08:38:21.970" v="25" actId="478"/>
          <ac:spMkLst>
            <pc:docMk/>
            <pc:sldMk cId="504593708" sldId="257"/>
            <ac:spMk id="56" creationId="{5A800B60-4459-8D42-4652-89AC72A18627}"/>
          </ac:spMkLst>
        </pc:spChg>
        <pc:spChg chg="mod">
          <ac:chgData name="Marcel Huard" userId="8a678e0b-82e3-4c7b-af70-c3eac26f1b36" providerId="ADAL" clId="{2AE5F92A-1DCD-40B8-B1A5-EB443473E87A}" dt="2026-07-22T09:13:26.418" v="530"/>
          <ac:spMkLst>
            <pc:docMk/>
            <pc:sldMk cId="504593708" sldId="257"/>
            <ac:spMk id="57" creationId="{A5CFEA98-FB30-D32D-63CA-D08C5B7828FF}"/>
          </ac:spMkLst>
        </pc:spChg>
        <pc:spChg chg="del">
          <ac:chgData name="Marcel Huard" userId="8a678e0b-82e3-4c7b-af70-c3eac26f1b36" providerId="ADAL" clId="{2AE5F92A-1DCD-40B8-B1A5-EB443473E87A}" dt="2026-07-22T08:38:24.157" v="31" actId="478"/>
          <ac:spMkLst>
            <pc:docMk/>
            <pc:sldMk cId="504593708" sldId="257"/>
            <ac:spMk id="58" creationId="{B8409CB8-5C72-4CB9-DC90-376F37743DC7}"/>
          </ac:spMkLst>
        </pc:spChg>
        <pc:spChg chg="add mod">
          <ac:chgData name="Marcel Huard" userId="8a678e0b-82e3-4c7b-af70-c3eac26f1b36" providerId="ADAL" clId="{2AE5F92A-1DCD-40B8-B1A5-EB443473E87A}" dt="2026-07-22T09:14:45.506" v="549" actId="1076"/>
          <ac:spMkLst>
            <pc:docMk/>
            <pc:sldMk cId="504593708" sldId="257"/>
            <ac:spMk id="59" creationId="{5D51E51A-9928-C8D9-9108-E7F2B3FA1E29}"/>
          </ac:spMkLst>
        </pc:spChg>
        <pc:spChg chg="del">
          <ac:chgData name="Marcel Huard" userId="8a678e0b-82e3-4c7b-af70-c3eac26f1b36" providerId="ADAL" clId="{2AE5F92A-1DCD-40B8-B1A5-EB443473E87A}" dt="2026-07-22T08:38:24.604" v="32" actId="478"/>
          <ac:spMkLst>
            <pc:docMk/>
            <pc:sldMk cId="504593708" sldId="257"/>
            <ac:spMk id="60" creationId="{AC6175A8-A317-FA57-20D2-9203A920C976}"/>
          </ac:spMkLst>
        </pc:spChg>
        <pc:spChg chg="del">
          <ac:chgData name="Marcel Huard" userId="8a678e0b-82e3-4c7b-af70-c3eac26f1b36" providerId="ADAL" clId="{2AE5F92A-1DCD-40B8-B1A5-EB443473E87A}" dt="2026-07-22T08:38:25.178" v="33" actId="478"/>
          <ac:spMkLst>
            <pc:docMk/>
            <pc:sldMk cId="504593708" sldId="257"/>
            <ac:spMk id="62" creationId="{4BCA2A8A-2705-B1EE-4A45-7D64A3195411}"/>
          </ac:spMkLst>
        </pc:spChg>
        <pc:spChg chg="add del mod">
          <ac:chgData name="Marcel Huard" userId="8a678e0b-82e3-4c7b-af70-c3eac26f1b36" providerId="ADAL" clId="{2AE5F92A-1DCD-40B8-B1A5-EB443473E87A}" dt="2026-07-22T09:14:44.720" v="548" actId="22"/>
          <ac:spMkLst>
            <pc:docMk/>
            <pc:sldMk cId="504593708" sldId="257"/>
            <ac:spMk id="63" creationId="{60658110-CE87-B378-F70C-BAC871752611}"/>
          </ac:spMkLst>
        </pc:spChg>
        <pc:spChg chg="del">
          <ac:chgData name="Marcel Huard" userId="8a678e0b-82e3-4c7b-af70-c3eac26f1b36" providerId="ADAL" clId="{2AE5F92A-1DCD-40B8-B1A5-EB443473E87A}" dt="2026-07-22T08:38:25.576" v="34" actId="478"/>
          <ac:spMkLst>
            <pc:docMk/>
            <pc:sldMk cId="504593708" sldId="257"/>
            <ac:spMk id="64" creationId="{40DB6FE5-2EBE-B072-84C8-DCB7934482F9}"/>
          </ac:spMkLst>
        </pc:spChg>
        <pc:spChg chg="del">
          <ac:chgData name="Marcel Huard" userId="8a678e0b-82e3-4c7b-af70-c3eac26f1b36" providerId="ADAL" clId="{2AE5F92A-1DCD-40B8-B1A5-EB443473E87A}" dt="2026-07-22T08:38:25.992" v="35" actId="478"/>
          <ac:spMkLst>
            <pc:docMk/>
            <pc:sldMk cId="504593708" sldId="257"/>
            <ac:spMk id="66" creationId="{46594DDF-CFED-EC2F-8EE5-9018D0E805B8}"/>
          </ac:spMkLst>
        </pc:spChg>
        <pc:spChg chg="add del mod">
          <ac:chgData name="Marcel Huard" userId="8a678e0b-82e3-4c7b-af70-c3eac26f1b36" providerId="ADAL" clId="{2AE5F92A-1DCD-40B8-B1A5-EB443473E87A}" dt="2026-07-22T09:19:25.389" v="607" actId="478"/>
          <ac:spMkLst>
            <pc:docMk/>
            <pc:sldMk cId="504593708" sldId="257"/>
            <ac:spMk id="67" creationId="{4E282233-36B8-B8A7-5051-9830A02328C0}"/>
          </ac:spMkLst>
        </pc:spChg>
        <pc:spChg chg="del">
          <ac:chgData name="Marcel Huard" userId="8a678e0b-82e3-4c7b-af70-c3eac26f1b36" providerId="ADAL" clId="{2AE5F92A-1DCD-40B8-B1A5-EB443473E87A}" dt="2026-07-22T08:38:28.533" v="40" actId="478"/>
          <ac:spMkLst>
            <pc:docMk/>
            <pc:sldMk cId="504593708" sldId="257"/>
            <ac:spMk id="68" creationId="{3E48F3BA-B85C-FB2A-49A8-E2F7830EA229}"/>
          </ac:spMkLst>
        </pc:spChg>
        <pc:spChg chg="del mod">
          <ac:chgData name="Marcel Huard" userId="8a678e0b-82e3-4c7b-af70-c3eac26f1b36" providerId="ADAL" clId="{2AE5F92A-1DCD-40B8-B1A5-EB443473E87A}" dt="2026-07-22T08:38:29.031" v="41" actId="478"/>
          <ac:spMkLst>
            <pc:docMk/>
            <pc:sldMk cId="504593708" sldId="257"/>
            <ac:spMk id="70" creationId="{64991DCC-B17C-E03C-24AC-A7CF92C4B576}"/>
          </ac:spMkLst>
        </pc:spChg>
        <pc:spChg chg="del">
          <ac:chgData name="Marcel Huard" userId="8a678e0b-82e3-4c7b-af70-c3eac26f1b36" providerId="ADAL" clId="{2AE5F92A-1DCD-40B8-B1A5-EB443473E87A}" dt="2026-07-22T08:38:27.538" v="38" actId="478"/>
          <ac:spMkLst>
            <pc:docMk/>
            <pc:sldMk cId="504593708" sldId="257"/>
            <ac:spMk id="72" creationId="{3DD280A1-C39A-2D38-E14D-3D3958E165F2}"/>
          </ac:spMkLst>
        </pc:spChg>
        <pc:spChg chg="del">
          <ac:chgData name="Marcel Huard" userId="8a678e0b-82e3-4c7b-af70-c3eac26f1b36" providerId="ADAL" clId="{2AE5F92A-1DCD-40B8-B1A5-EB443473E87A}" dt="2026-07-22T08:38:27.220" v="37" actId="478"/>
          <ac:spMkLst>
            <pc:docMk/>
            <pc:sldMk cId="504593708" sldId="257"/>
            <ac:spMk id="74" creationId="{87E5D0B9-FCBA-0756-E8F9-10DB8D8C8C31}"/>
          </ac:spMkLst>
        </pc:spChg>
        <pc:spChg chg="mod">
          <ac:chgData name="Marcel Huard" userId="8a678e0b-82e3-4c7b-af70-c3eac26f1b36" providerId="ADAL" clId="{2AE5F92A-1DCD-40B8-B1A5-EB443473E87A}" dt="2026-07-22T09:22:51.813" v="635" actId="20577"/>
          <ac:spMkLst>
            <pc:docMk/>
            <pc:sldMk cId="504593708" sldId="257"/>
            <ac:spMk id="75" creationId="{490EA8ED-C6C7-E14A-6B09-68A36FC8A63F}"/>
          </ac:spMkLst>
        </pc:spChg>
        <pc:spChg chg="del">
          <ac:chgData name="Marcel Huard" userId="8a678e0b-82e3-4c7b-af70-c3eac26f1b36" providerId="ADAL" clId="{2AE5F92A-1DCD-40B8-B1A5-EB443473E87A}" dt="2026-07-22T08:38:26.902" v="36" actId="478"/>
          <ac:spMkLst>
            <pc:docMk/>
            <pc:sldMk cId="504593708" sldId="257"/>
            <ac:spMk id="76" creationId="{5731499D-0D30-4FEA-F953-C908FA607537}"/>
          </ac:spMkLst>
        </pc:spChg>
        <pc:spChg chg="mod">
          <ac:chgData name="Marcel Huard" userId="8a678e0b-82e3-4c7b-af70-c3eac26f1b36" providerId="ADAL" clId="{2AE5F92A-1DCD-40B8-B1A5-EB443473E87A}" dt="2026-07-22T09:21:39.205" v="627" actId="1076"/>
          <ac:spMkLst>
            <pc:docMk/>
            <pc:sldMk cId="504593708" sldId="257"/>
            <ac:spMk id="77" creationId="{913D538F-5F2A-4B16-E323-C0F20D3AE82B}"/>
          </ac:spMkLst>
        </pc:spChg>
        <pc:spChg chg="del">
          <ac:chgData name="Marcel Huard" userId="8a678e0b-82e3-4c7b-af70-c3eac26f1b36" providerId="ADAL" clId="{2AE5F92A-1DCD-40B8-B1A5-EB443473E87A}" dt="2026-07-22T08:38:29.629" v="42" actId="478"/>
          <ac:spMkLst>
            <pc:docMk/>
            <pc:sldMk cId="504593708" sldId="257"/>
            <ac:spMk id="78" creationId="{6B3BBFFA-898A-AE9F-6305-13BA87F38AB6}"/>
          </ac:spMkLst>
        </pc:spChg>
        <pc:spChg chg="mod">
          <ac:chgData name="Marcel Huard" userId="8a678e0b-82e3-4c7b-af70-c3eac26f1b36" providerId="ADAL" clId="{2AE5F92A-1DCD-40B8-B1A5-EB443473E87A}" dt="2026-07-22T09:24:00.956" v="644" actId="14100"/>
          <ac:spMkLst>
            <pc:docMk/>
            <pc:sldMk cId="504593708" sldId="257"/>
            <ac:spMk id="79" creationId="{7057817C-A019-801E-D636-F6B83A79565E}"/>
          </ac:spMkLst>
        </pc:spChg>
        <pc:spChg chg="del">
          <ac:chgData name="Marcel Huard" userId="8a678e0b-82e3-4c7b-af70-c3eac26f1b36" providerId="ADAL" clId="{2AE5F92A-1DCD-40B8-B1A5-EB443473E87A}" dt="2026-07-22T08:38:29.995" v="43" actId="478"/>
          <ac:spMkLst>
            <pc:docMk/>
            <pc:sldMk cId="504593708" sldId="257"/>
            <ac:spMk id="80" creationId="{730B1016-D6D2-8035-FFCF-940BDEF0C328}"/>
          </ac:spMkLst>
        </pc:spChg>
        <pc:spChg chg="mod">
          <ac:chgData name="Marcel Huard" userId="8a678e0b-82e3-4c7b-af70-c3eac26f1b36" providerId="ADAL" clId="{2AE5F92A-1DCD-40B8-B1A5-EB443473E87A}" dt="2026-07-22T09:23:56.741" v="643" actId="14100"/>
          <ac:spMkLst>
            <pc:docMk/>
            <pc:sldMk cId="504593708" sldId="257"/>
            <ac:spMk id="81" creationId="{698AB123-34DD-00C0-CB26-8906F5DED240}"/>
          </ac:spMkLst>
        </pc:spChg>
        <pc:spChg chg="del">
          <ac:chgData name="Marcel Huard" userId="8a678e0b-82e3-4c7b-af70-c3eac26f1b36" providerId="ADAL" clId="{2AE5F92A-1DCD-40B8-B1A5-EB443473E87A}" dt="2026-07-22T08:38:30.378" v="44" actId="478"/>
          <ac:spMkLst>
            <pc:docMk/>
            <pc:sldMk cId="504593708" sldId="257"/>
            <ac:spMk id="82" creationId="{20E7532C-98F2-FE66-C956-D82DE9B814A8}"/>
          </ac:spMkLst>
        </pc:spChg>
        <pc:spChg chg="del">
          <ac:chgData name="Marcel Huard" userId="8a678e0b-82e3-4c7b-af70-c3eac26f1b36" providerId="ADAL" clId="{2AE5F92A-1DCD-40B8-B1A5-EB443473E87A}" dt="2026-07-22T08:38:30.826" v="45" actId="478"/>
          <ac:spMkLst>
            <pc:docMk/>
            <pc:sldMk cId="504593708" sldId="257"/>
            <ac:spMk id="84" creationId="{EB356A11-5F7C-FAF1-EFE9-3B3A8DD4A231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85" creationId="{22EF250C-901D-28D9-B7B4-2FC0948D0B4C}"/>
          </ac:spMkLst>
        </pc:spChg>
        <pc:spChg chg="del">
          <ac:chgData name="Marcel Huard" userId="8a678e0b-82e3-4c7b-af70-c3eac26f1b36" providerId="ADAL" clId="{2AE5F92A-1DCD-40B8-B1A5-EB443473E87A}" dt="2026-07-22T08:38:31.290" v="46" actId="478"/>
          <ac:spMkLst>
            <pc:docMk/>
            <pc:sldMk cId="504593708" sldId="257"/>
            <ac:spMk id="86" creationId="{6D9E8EFE-6E44-C374-65C9-5F21E60B7642}"/>
          </ac:spMkLst>
        </pc:spChg>
        <pc:spChg chg="mod">
          <ac:chgData name="Marcel Huard" userId="8a678e0b-82e3-4c7b-af70-c3eac26f1b36" providerId="ADAL" clId="{2AE5F92A-1DCD-40B8-B1A5-EB443473E87A}" dt="2026-07-22T09:21:11.647" v="624" actId="1076"/>
          <ac:spMkLst>
            <pc:docMk/>
            <pc:sldMk cId="504593708" sldId="257"/>
            <ac:spMk id="89" creationId="{2645D128-274C-D951-553E-BBB428FB8911}"/>
          </ac:spMkLst>
        </pc:spChg>
        <pc:spChg chg="mod">
          <ac:chgData name="Marcel Huard" userId="8a678e0b-82e3-4c7b-af70-c3eac26f1b36" providerId="ADAL" clId="{2AE5F92A-1DCD-40B8-B1A5-EB443473E87A}" dt="2026-07-22T09:20:47.354" v="621" actId="1076"/>
          <ac:spMkLst>
            <pc:docMk/>
            <pc:sldMk cId="504593708" sldId="257"/>
            <ac:spMk id="90" creationId="{02589B2C-3C1F-5E83-61C9-F4A8A5ECAF45}"/>
          </ac:spMkLst>
        </pc:spChg>
        <pc:spChg chg="mod">
          <ac:chgData name="Marcel Huard" userId="8a678e0b-82e3-4c7b-af70-c3eac26f1b36" providerId="ADAL" clId="{2AE5F92A-1DCD-40B8-B1A5-EB443473E87A}" dt="2026-07-22T09:24:05.905" v="645" actId="14100"/>
          <ac:spMkLst>
            <pc:docMk/>
            <pc:sldMk cId="504593708" sldId="257"/>
            <ac:spMk id="91" creationId="{5C215B77-6752-3614-1C0F-4703847F5788}"/>
          </ac:spMkLst>
        </pc:spChg>
        <pc:spChg chg="mod">
          <ac:chgData name="Marcel Huard" userId="8a678e0b-82e3-4c7b-af70-c3eac26f1b36" providerId="ADAL" clId="{2AE5F92A-1DCD-40B8-B1A5-EB443473E87A}" dt="2026-07-22T09:23:53.559" v="642" actId="14100"/>
          <ac:spMkLst>
            <pc:docMk/>
            <pc:sldMk cId="504593708" sldId="257"/>
            <ac:spMk id="92" creationId="{4AAAF379-B6D1-8EE9-D532-B8B854C6D4BB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93" creationId="{7E48BA6F-2B0E-B3A9-1FA6-32481774A00D}"/>
          </ac:spMkLst>
        </pc:spChg>
        <pc:spChg chg="del mod">
          <ac:chgData name="Marcel Huard" userId="8a678e0b-82e3-4c7b-af70-c3eac26f1b36" providerId="ADAL" clId="{2AE5F92A-1DCD-40B8-B1A5-EB443473E87A}" dt="2026-07-22T08:38:21.299" v="24" actId="478"/>
          <ac:spMkLst>
            <pc:docMk/>
            <pc:sldMk cId="504593708" sldId="257"/>
            <ac:spMk id="95" creationId="{C684202C-CEF7-63A7-6B6D-EE49437C1452}"/>
          </ac:spMkLst>
        </pc:spChg>
        <pc:spChg chg="del">
          <ac:chgData name="Marcel Huard" userId="8a678e0b-82e3-4c7b-af70-c3eac26f1b36" providerId="ADAL" clId="{2AE5F92A-1DCD-40B8-B1A5-EB443473E87A}" dt="2026-07-22T08:38:17.857" v="20" actId="478"/>
          <ac:spMkLst>
            <pc:docMk/>
            <pc:sldMk cId="504593708" sldId="257"/>
            <ac:spMk id="97" creationId="{04F69139-D5BE-DA2F-04E9-0E921184C07B}"/>
          </ac:spMkLst>
        </pc:spChg>
        <pc:spChg chg="mod">
          <ac:chgData name="Marcel Huard" userId="8a678e0b-82e3-4c7b-af70-c3eac26f1b36" providerId="ADAL" clId="{2AE5F92A-1DCD-40B8-B1A5-EB443473E87A}" dt="2026-07-22T09:22:11.667" v="632" actId="1076"/>
          <ac:spMkLst>
            <pc:docMk/>
            <pc:sldMk cId="504593708" sldId="257"/>
            <ac:spMk id="99" creationId="{AEAE01B5-E6FF-7864-2A03-8C406C414ADF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101" creationId="{46CFAE1C-24D0-BAC8-0708-358A27B61B88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106" creationId="{63FCE5C8-7F6A-92DD-4BC7-CAACD5D929AA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107" creationId="{879CD6C5-BE66-09AE-FBB8-D9D4C91B2616}"/>
          </ac:spMkLst>
        </pc:spChg>
        <pc:spChg chg="mod">
          <ac:chgData name="Marcel Huard" userId="8a678e0b-82e3-4c7b-af70-c3eac26f1b36" providerId="ADAL" clId="{2AE5F92A-1DCD-40B8-B1A5-EB443473E87A}" dt="2026-07-22T08:39:16.041" v="80" actId="404"/>
          <ac:spMkLst>
            <pc:docMk/>
            <pc:sldMk cId="504593708" sldId="257"/>
            <ac:spMk id="109" creationId="{D38472D4-224C-28E6-B8EB-5317521342BF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111" creationId="{5D22253F-6596-19D9-6403-2DC210ED9DCD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116" creationId="{B4DC07CD-268C-21E4-7E6C-CD066E534B7E}"/>
          </ac:spMkLst>
        </pc:spChg>
        <pc:spChg chg="mod">
          <ac:chgData name="Marcel Huard" userId="8a678e0b-82e3-4c7b-af70-c3eac26f1b36" providerId="ADAL" clId="{2AE5F92A-1DCD-40B8-B1A5-EB443473E87A}" dt="2026-07-22T09:17:51.040" v="586"/>
          <ac:spMkLst>
            <pc:docMk/>
            <pc:sldMk cId="504593708" sldId="257"/>
            <ac:spMk id="117" creationId="{BE880E15-5149-7652-EBBD-D0B0B0F08D2B}"/>
          </ac:spMkLst>
        </pc:spChg>
        <pc:spChg chg="add mod">
          <ac:chgData name="Marcel Huard" userId="8a678e0b-82e3-4c7b-af70-c3eac26f1b36" providerId="ADAL" clId="{2AE5F92A-1DCD-40B8-B1A5-EB443473E87A}" dt="2026-07-22T09:23:02.982" v="637" actId="1076"/>
          <ac:spMkLst>
            <pc:docMk/>
            <pc:sldMk cId="504593708" sldId="257"/>
            <ac:spMk id="122" creationId="{138DA6D5-8501-97F9-4070-247E70E67BA4}"/>
          </ac:spMkLst>
        </pc:spChg>
        <pc:grpChg chg="mod ord">
          <ac:chgData name="Marcel Huard" userId="8a678e0b-82e3-4c7b-af70-c3eac26f1b36" providerId="ADAL" clId="{2AE5F92A-1DCD-40B8-B1A5-EB443473E87A}" dt="2026-07-22T12:11:07.212" v="774" actId="1076"/>
          <ac:grpSpMkLst>
            <pc:docMk/>
            <pc:sldMk cId="504593708" sldId="257"/>
            <ac:grpSpMk id="65" creationId="{2A9FC6DB-55B1-1A4F-EEE5-FCC28AD5844A}"/>
          </ac:grpSpMkLst>
        </pc:grpChg>
        <pc:picChg chg="mod">
          <ac:chgData name="Marcel Huard" userId="8a678e0b-82e3-4c7b-af70-c3eac26f1b36" providerId="ADAL" clId="{2AE5F92A-1DCD-40B8-B1A5-EB443473E87A}" dt="2026-07-21T11:38:45.902" v="4" actId="1036"/>
          <ac:picMkLst>
            <pc:docMk/>
            <pc:sldMk cId="504593708" sldId="257"/>
            <ac:picMk id="3" creationId="{1E84C3A0-AB5C-9CD1-B322-085E19DCD67A}"/>
          </ac:picMkLst>
        </pc:picChg>
        <pc:picChg chg="add mod">
          <ac:chgData name="Marcel Huard" userId="8a678e0b-82e3-4c7b-af70-c3eac26f1b36" providerId="ADAL" clId="{2AE5F92A-1DCD-40B8-B1A5-EB443473E87A}" dt="2026-07-21T11:39:00.952" v="18" actId="1035"/>
          <ac:picMkLst>
            <pc:docMk/>
            <pc:sldMk cId="504593708" sldId="257"/>
            <ac:picMk id="4" creationId="{869FEB68-8866-6ACB-90F8-CBB1B712C2EF}"/>
          </ac:picMkLst>
        </pc:picChg>
        <pc:picChg chg="add del mod">
          <ac:chgData name="Marcel Huard" userId="8a678e0b-82e3-4c7b-af70-c3eac26f1b36" providerId="ADAL" clId="{2AE5F92A-1DCD-40B8-B1A5-EB443473E87A}" dt="2026-07-22T09:07:50.938" v="513" actId="478"/>
          <ac:picMkLst>
            <pc:docMk/>
            <pc:sldMk cId="504593708" sldId="257"/>
            <ac:picMk id="7" creationId="{895BD717-100E-ED52-95CD-02B2264812D5}"/>
          </ac:picMkLst>
        </pc:picChg>
        <pc:picChg chg="del">
          <ac:chgData name="Marcel Huard" userId="8a678e0b-82e3-4c7b-af70-c3eac26f1b36" providerId="ADAL" clId="{2AE5F92A-1DCD-40B8-B1A5-EB443473E87A}" dt="2026-07-21T09:44:18.138" v="2" actId="478"/>
          <ac:picMkLst>
            <pc:docMk/>
            <pc:sldMk cId="504593708" sldId="257"/>
            <ac:picMk id="111" creationId="{94948965-3A41-3D9E-3DD8-3A9FF7082E49}"/>
          </ac:picMkLst>
        </pc:picChg>
        <pc:cxnChg chg="mod">
          <ac:chgData name="Marcel Huard" userId="8a678e0b-82e3-4c7b-af70-c3eac26f1b36" providerId="ADAL" clId="{2AE5F92A-1DCD-40B8-B1A5-EB443473E87A}" dt="2026-07-21T09:41:07.140" v="1" actId="208"/>
          <ac:cxnSpMkLst>
            <pc:docMk/>
            <pc:sldMk cId="504593708" sldId="257"/>
            <ac:cxnSpMk id="110" creationId="{D33B4EEA-6AF0-D761-E615-768E7AF6E89F}"/>
          </ac:cxnSpMkLst>
        </pc:cxnChg>
      </pc:sldChg>
      <pc:sldChg chg="addSp delSp modSp add del mod ord">
        <pc:chgData name="Marcel Huard" userId="8a678e0b-82e3-4c7b-af70-c3eac26f1b36" providerId="ADAL" clId="{2AE5F92A-1DCD-40B8-B1A5-EB443473E87A}" dt="2026-07-22T13:02:57.550" v="778" actId="47"/>
        <pc:sldMkLst>
          <pc:docMk/>
          <pc:sldMk cId="3776643451" sldId="258"/>
        </pc:sldMkLst>
        <pc:grpChg chg="del">
          <ac:chgData name="Marcel Huard" userId="8a678e0b-82e3-4c7b-af70-c3eac26f1b36" providerId="ADAL" clId="{2AE5F92A-1DCD-40B8-B1A5-EB443473E87A}" dt="2026-07-22T09:27:56.455" v="647" actId="478"/>
          <ac:grpSpMkLst>
            <pc:docMk/>
            <pc:sldMk cId="3776643451" sldId="258"/>
            <ac:grpSpMk id="65" creationId="{68AB92C4-C0FA-1273-7A9E-F5985A40AE3C}"/>
          </ac:grpSpMkLst>
        </pc:grpChg>
        <pc:picChg chg="add mod ord">
          <ac:chgData name="Marcel Huard" userId="8a678e0b-82e3-4c7b-af70-c3eac26f1b36" providerId="ADAL" clId="{2AE5F92A-1DCD-40B8-B1A5-EB443473E87A}" dt="2026-07-22T12:10:54.726" v="771" actId="1076"/>
          <ac:picMkLst>
            <pc:docMk/>
            <pc:sldMk cId="3776643451" sldId="258"/>
            <ac:picMk id="5" creationId="{3EC64521-BCBE-42A0-B996-DFD185C737A8}"/>
          </ac:picMkLst>
        </pc:picChg>
      </pc:sldChg>
      <pc:sldChg chg="new del">
        <pc:chgData name="Marcel Huard" userId="8a678e0b-82e3-4c7b-af70-c3eac26f1b36" providerId="ADAL" clId="{2AE5F92A-1DCD-40B8-B1A5-EB443473E87A}" dt="2026-07-22T09:30:30.896" v="658" actId="47"/>
        <pc:sldMkLst>
          <pc:docMk/>
          <pc:sldMk cId="1969883289" sldId="259"/>
        </pc:sldMkLst>
      </pc:sldChg>
      <pc:sldChg chg="addSp delSp modSp add del mod">
        <pc:chgData name="Marcel Huard" userId="8a678e0b-82e3-4c7b-af70-c3eac26f1b36" providerId="ADAL" clId="{2AE5F92A-1DCD-40B8-B1A5-EB443473E87A}" dt="2026-07-22T12:10:26.906" v="768" actId="47"/>
        <pc:sldMkLst>
          <pc:docMk/>
          <pc:sldMk cId="3012686820" sldId="259"/>
        </pc:sldMkLst>
        <pc:spChg chg="add del mod">
          <ac:chgData name="Marcel Huard" userId="8a678e0b-82e3-4c7b-af70-c3eac26f1b36" providerId="ADAL" clId="{2AE5F92A-1DCD-40B8-B1A5-EB443473E87A}" dt="2026-07-22T09:34:24.925" v="672" actId="478"/>
          <ac:spMkLst>
            <pc:docMk/>
            <pc:sldMk cId="3012686820" sldId="259"/>
            <ac:spMk id="8" creationId="{3D687ADB-177B-27E5-D90E-601F47C7B565}"/>
          </ac:spMkLst>
        </pc:spChg>
        <pc:spChg chg="mod ord topLvl">
          <ac:chgData name="Marcel Huard" userId="8a678e0b-82e3-4c7b-af70-c3eac26f1b36" providerId="ADAL" clId="{2AE5F92A-1DCD-40B8-B1A5-EB443473E87A}" dt="2026-07-22T09:35:35.591" v="714" actId="167"/>
          <ac:spMkLst>
            <pc:docMk/>
            <pc:sldMk cId="3012686820" sldId="259"/>
            <ac:spMk id="10" creationId="{8D576914-86DB-06F0-FD73-59DD16C733E9}"/>
          </ac:spMkLst>
        </pc:spChg>
        <pc:spChg chg="add del mod topLvl">
          <ac:chgData name="Marcel Huard" userId="8a678e0b-82e3-4c7b-af70-c3eac26f1b36" providerId="ADAL" clId="{2AE5F92A-1DCD-40B8-B1A5-EB443473E87A}" dt="2026-07-22T09:36:20.104" v="754" actId="1076"/>
          <ac:spMkLst>
            <pc:docMk/>
            <pc:sldMk cId="3012686820" sldId="259"/>
            <ac:spMk id="11" creationId="{B4AE5785-9470-DE43-5D53-35E00A2F35F2}"/>
          </ac:spMkLst>
        </pc:spChg>
        <pc:spChg chg="mod">
          <ac:chgData name="Marcel Huard" userId="8a678e0b-82e3-4c7b-af70-c3eac26f1b36" providerId="ADAL" clId="{2AE5F92A-1DCD-40B8-B1A5-EB443473E87A}" dt="2026-07-22T09:37:17.911" v="757" actId="20577"/>
          <ac:spMkLst>
            <pc:docMk/>
            <pc:sldMk cId="3012686820" sldId="259"/>
            <ac:spMk id="109" creationId="{D268755C-0978-5B97-6C56-A65256D0AE14}"/>
          </ac:spMkLst>
        </pc:spChg>
        <pc:spChg chg="del mod">
          <ac:chgData name="Marcel Huard" userId="8a678e0b-82e3-4c7b-af70-c3eac26f1b36" providerId="ADAL" clId="{2AE5F92A-1DCD-40B8-B1A5-EB443473E87A}" dt="2026-07-22T09:30:39.504" v="662" actId="478"/>
          <ac:spMkLst>
            <pc:docMk/>
            <pc:sldMk cId="3012686820" sldId="259"/>
            <ac:spMk id="122" creationId="{3CFF46AD-FB43-2CF1-438F-365784D99045}"/>
          </ac:spMkLst>
        </pc:spChg>
        <pc:grpChg chg="add del mod">
          <ac:chgData name="Marcel Huard" userId="8a678e0b-82e3-4c7b-af70-c3eac26f1b36" providerId="ADAL" clId="{2AE5F92A-1DCD-40B8-B1A5-EB443473E87A}" dt="2026-07-22T09:36:29.210" v="755" actId="14100"/>
          <ac:grpSpMkLst>
            <pc:docMk/>
            <pc:sldMk cId="3012686820" sldId="259"/>
            <ac:grpSpMk id="9" creationId="{45DAF0D8-2BE2-D82C-0F51-8B37274A25A8}"/>
          </ac:grpSpMkLst>
        </pc:grpChg>
        <pc:picChg chg="del">
          <ac:chgData name="Marcel Huard" userId="8a678e0b-82e3-4c7b-af70-c3eac26f1b36" providerId="ADAL" clId="{2AE5F92A-1DCD-40B8-B1A5-EB443473E87A}" dt="2026-07-22T09:30:36.044" v="660" actId="478"/>
          <ac:picMkLst>
            <pc:docMk/>
            <pc:sldMk cId="3012686820" sldId="259"/>
            <ac:picMk id="5" creationId="{5C7CFD91-8867-6D78-C561-88667F27AC89}"/>
          </ac:picMkLst>
        </pc:picChg>
        <pc:picChg chg="add mod">
          <ac:chgData name="Marcel Huard" userId="8a678e0b-82e3-4c7b-af70-c3eac26f1b36" providerId="ADAL" clId="{2AE5F92A-1DCD-40B8-B1A5-EB443473E87A}" dt="2026-07-22T09:34:00.046" v="669" actId="14100"/>
          <ac:picMkLst>
            <pc:docMk/>
            <pc:sldMk cId="3012686820" sldId="259"/>
            <ac:picMk id="6" creationId="{473B33DE-ED58-F32E-ABDA-13C9772E6861}"/>
          </ac:picMkLst>
        </pc:picChg>
      </pc:sldChg>
      <pc:sldChg chg="addSp delSp modSp add mod">
        <pc:chgData name="Marcel Huard" userId="8a678e0b-82e3-4c7b-af70-c3eac26f1b36" providerId="ADAL" clId="{2AE5F92A-1DCD-40B8-B1A5-EB443473E87A}" dt="2026-07-22T13:49:12.170" v="829" actId="1036"/>
        <pc:sldMkLst>
          <pc:docMk/>
          <pc:sldMk cId="529961609" sldId="260"/>
        </pc:sldMkLst>
        <pc:spChg chg="del topLvl">
          <ac:chgData name="Marcel Huard" userId="8a678e0b-82e3-4c7b-af70-c3eac26f1b36" providerId="ADAL" clId="{2AE5F92A-1DCD-40B8-B1A5-EB443473E87A}" dt="2026-07-22T13:47:35.143" v="820" actId="478"/>
          <ac:spMkLst>
            <pc:docMk/>
            <pc:sldMk cId="529961609" sldId="260"/>
            <ac:spMk id="10" creationId="{63DFB6F2-3E3E-460E-3C04-DC31EF7C1C05}"/>
          </ac:spMkLst>
        </pc:spChg>
        <pc:spChg chg="del mod topLvl">
          <ac:chgData name="Marcel Huard" userId="8a678e0b-82e3-4c7b-af70-c3eac26f1b36" providerId="ADAL" clId="{2AE5F92A-1DCD-40B8-B1A5-EB443473E87A}" dt="2026-07-22T13:47:36.663" v="822" actId="478"/>
          <ac:spMkLst>
            <pc:docMk/>
            <pc:sldMk cId="529961609" sldId="260"/>
            <ac:spMk id="11" creationId="{5D03D7F5-8530-DE50-148C-F50BE0AF0D83}"/>
          </ac:spMkLst>
        </pc:spChg>
        <pc:spChg chg="mod">
          <ac:chgData name="Marcel Huard" userId="8a678e0b-82e3-4c7b-af70-c3eac26f1b36" providerId="ADAL" clId="{2AE5F92A-1DCD-40B8-B1A5-EB443473E87A}" dt="2026-07-22T13:47:11.814" v="818" actId="14100"/>
          <ac:spMkLst>
            <pc:docMk/>
            <pc:sldMk cId="529961609" sldId="260"/>
            <ac:spMk id="115" creationId="{1D4633F1-6F45-486A-475C-D63AB965BA3D}"/>
          </ac:spMkLst>
        </pc:spChg>
        <pc:grpChg chg="del">
          <ac:chgData name="Marcel Huard" userId="8a678e0b-82e3-4c7b-af70-c3eac26f1b36" providerId="ADAL" clId="{2AE5F92A-1DCD-40B8-B1A5-EB443473E87A}" dt="2026-07-22T13:47:35.143" v="820" actId="478"/>
          <ac:grpSpMkLst>
            <pc:docMk/>
            <pc:sldMk cId="529961609" sldId="260"/>
            <ac:grpSpMk id="9" creationId="{74E9C908-61C7-55DF-DE12-385599ACA7AE}"/>
          </ac:grpSpMkLst>
        </pc:grpChg>
        <pc:grpChg chg="mod">
          <ac:chgData name="Marcel Huard" userId="8a678e0b-82e3-4c7b-af70-c3eac26f1b36" providerId="ADAL" clId="{2AE5F92A-1DCD-40B8-B1A5-EB443473E87A}" dt="2026-07-22T13:47:21.280" v="819" actId="14100"/>
          <ac:grpSpMkLst>
            <pc:docMk/>
            <pc:sldMk cId="529961609" sldId="260"/>
            <ac:grpSpMk id="113" creationId="{6DA5CF3B-088E-9030-FE2A-C831511DB2F1}"/>
          </ac:grpSpMkLst>
        </pc:grpChg>
        <pc:picChg chg="add del mod">
          <ac:chgData name="Marcel Huard" userId="8a678e0b-82e3-4c7b-af70-c3eac26f1b36" providerId="ADAL" clId="{2AE5F92A-1DCD-40B8-B1A5-EB443473E87A}" dt="2026-07-22T13:31:11.210" v="779" actId="478"/>
          <ac:picMkLst>
            <pc:docMk/>
            <pc:sldMk cId="529961609" sldId="260"/>
            <ac:picMk id="5" creationId="{974B5B3B-1F97-6B6C-33A1-B95E946881EB}"/>
          </ac:picMkLst>
        </pc:picChg>
        <pc:picChg chg="add mod ord">
          <ac:chgData name="Marcel Huard" userId="8a678e0b-82e3-4c7b-af70-c3eac26f1b36" providerId="ADAL" clId="{2AE5F92A-1DCD-40B8-B1A5-EB443473E87A}" dt="2026-07-22T13:49:12.170" v="829" actId="1036"/>
          <ac:picMkLst>
            <pc:docMk/>
            <pc:sldMk cId="529961609" sldId="260"/>
            <ac:picMk id="6" creationId="{3D1CBB84-AE61-D8C2-3EFC-CB522C046FE5}"/>
          </ac:picMkLst>
        </pc:picChg>
        <pc:picChg chg="del">
          <ac:chgData name="Marcel Huard" userId="8a678e0b-82e3-4c7b-af70-c3eac26f1b36" providerId="ADAL" clId="{2AE5F92A-1DCD-40B8-B1A5-EB443473E87A}" dt="2026-07-22T09:42:16.567" v="759" actId="478"/>
          <ac:picMkLst>
            <pc:docMk/>
            <pc:sldMk cId="529961609" sldId="260"/>
            <ac:picMk id="6" creationId="{9FD7A5CD-C4EA-5C26-C8A9-8FAC730594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6D177-7B2C-4567-8476-26825F8F7A99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23208-71C0-4D2D-BAD4-B5B6823BB9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07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6FDC-606D-2908-6BFC-3622EC2E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BEDD4A6-E876-1F73-0411-CCBD27ADA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BFD41B-723A-2A1D-04AD-C49E9BFFF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456C6A-3E09-4E4D-F0C9-503360D8F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F97CE-9577-4BA3-B3C8-D76775CC7F4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97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EE96B-DECF-6634-2566-3AE5BA921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044CDB-E6C2-D34E-FE37-E7312EEE1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BBACA-AC94-4801-A18E-18EEFBA7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6BE3FB-952D-F769-302A-210F5956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3A67EF-4B28-2B93-F2F1-73608F2A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16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DFFD3-E678-EA6F-9A2B-15D99239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D616CA-B6CF-B42B-78A1-14DF112F6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210728-80BC-3DDC-AE47-8775CA0F9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2F55B1-D5D3-C1C8-0D0D-2B89C415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9320AB-3A09-C17A-992C-1D60E8E2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8B770-60D4-FEC3-2D09-BE27B021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68729B-296D-52F9-3D36-C5DDC8222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D04DD8-B720-89F7-A127-9DA008C1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98D641-AE66-4DB2-B3B6-1F92F3EF6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B2BEFB-F4CB-6015-D812-1B2EBAF6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861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66F85-B58F-BF87-7A95-379FD95D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353444-CEDC-F254-22A3-F758075D8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E04A07-9110-1CB0-F79C-6F6AF5BD8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E7CEA0-8018-1DAA-0223-8280C932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271C1B-214B-2338-ACCD-246E5134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2AC7D7-CF0E-5D11-75C3-14434A4F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6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24A04-C961-4C34-AAF8-CD681D41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D42424-2236-D21F-E443-0FA0F5815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F8A92F-0C85-40F1-68B1-F615CEB9B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09C76B-1811-1318-3292-FA98EF249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FE20E8-762D-3960-8BEE-8CA84F3BB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F3186E-132E-50E8-02AD-B4C846DC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58EF0DA-F49D-BC5C-257A-C0F3BCBD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3095C9-D916-70CE-C88C-8D0AEF48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1D46D-90D6-7CB6-0166-015D8676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CAE8BC-910C-5D42-6BB9-378E46A7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D62870-6489-3F82-C372-BC91605B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8B5D85-1CFC-0343-EE36-0C3F275B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21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1C3000-2805-9DF1-5FDB-1FA7CC39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F494F3A-6368-92CD-0022-92DA643F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5627C2-29C8-2A62-13A6-15226FEF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87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E8CFE-4120-CA33-5B21-E65E9DCA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F87DBD-8E1A-6F4E-6E5A-7482AB985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65CCA5-F0B6-C9E5-B6C0-18D6282F1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802204-1C08-5786-EF4C-09B1CC1F9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14915D-AB31-2CC8-1359-92123E46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4D58C6-A2A8-F5A6-25AE-0D113D76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70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3B738-ABA7-9148-2AFB-543EB289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80A884-DD83-869D-28C4-D1D04CD01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BD19E8-4DBB-0D1E-73A1-55CFA2B09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D85C8E-84C7-B76F-3EBB-A2078072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40C235-F072-15B9-47D3-B08A821A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263DDB-6F58-0A12-187E-51685CE6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44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6C3FB-E313-C6F8-61AD-C3C193CF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742D97-0821-4D07-91E6-06DFCAA9D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268A37-E854-E6CF-F61F-B391667F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C97884-8D06-CCAF-5645-0A890931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CE6E53-F27E-32DA-AAD3-8CC23F0F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39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64D5D-D0CE-7381-0F9C-1669F4CF8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DF37E2-F2D2-B1E1-0347-A8F8B8C4A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B8123D-E645-24C4-581E-DCCBF5A1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B1ACF4-6B3F-E838-DE44-69E09F59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626C4-82C0-5EAB-15D6-6E1BAA6F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95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6C9FA65-EB8A-A8D4-25C1-1E577701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90C7F3-DDFF-918D-36D5-66F92029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8323AC-3567-7661-5422-6B58BD113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3F480-98D9-40B0-9DF2-24B337C67EC7}" type="datetimeFigureOut">
              <a:rPr lang="fr-FR" smtClean="0"/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CF7CD-84AD-1CB0-8983-1AC0E181F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371B4-15B6-CE61-5973-CB65C2F81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6890A-CB15-4C3A-8087-C04486A70A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18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9FBDA-E7D7-2AB3-EEB2-D19D9C6C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72">
            <a:extLst>
              <a:ext uri="{FF2B5EF4-FFF2-40B4-BE49-F238E27FC236}">
                <a16:creationId xmlns:a16="http://schemas.microsoft.com/office/drawing/2014/main" id="{2693D4B5-2774-B045-6D2C-AAA241173D6C}"/>
              </a:ext>
            </a:extLst>
          </p:cNvPr>
          <p:cNvSpPr/>
          <p:nvPr/>
        </p:nvSpPr>
        <p:spPr>
          <a:xfrm>
            <a:off x="54863" y="55543"/>
            <a:ext cx="12051792" cy="6748272"/>
          </a:xfrm>
          <a:prstGeom prst="rect">
            <a:avLst/>
          </a:prstGeom>
          <a:ln w="15240">
            <a:solidFill>
              <a:srgbClr val="2E319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36E2697-BD31-2FC1-02F6-2081D02E0B8E}"/>
              </a:ext>
            </a:extLst>
          </p:cNvPr>
          <p:cNvSpPr/>
          <p:nvPr/>
        </p:nvSpPr>
        <p:spPr>
          <a:xfrm>
            <a:off x="54863" y="56461"/>
            <a:ext cx="12051792" cy="772740"/>
          </a:xfrm>
          <a:prstGeom prst="rect">
            <a:avLst/>
          </a:prstGeom>
          <a:solidFill>
            <a:srgbClr val="0B1487"/>
          </a:solidFill>
          <a:ln>
            <a:solidFill>
              <a:srgbClr val="171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4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2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Gain Effort</a:t>
            </a:r>
            <a:endParaRPr lang="fr-FR" sz="1400" dirty="0"/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187FFA9E-F44F-6532-BBDA-7867BBB57419}"/>
              </a:ext>
            </a:extLst>
          </p:cNvPr>
          <p:cNvCxnSpPr>
            <a:cxnSpLocks/>
          </p:cNvCxnSpPr>
          <p:nvPr/>
        </p:nvCxnSpPr>
        <p:spPr>
          <a:xfrm>
            <a:off x="54863" y="829201"/>
            <a:ext cx="12051792" cy="0"/>
          </a:xfrm>
          <a:prstGeom prst="line">
            <a:avLst/>
          </a:prstGeom>
          <a:ln>
            <a:solidFill>
              <a:srgbClr val="0B148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6DA5CF3B-088E-9030-FE2A-C831511DB2F1}"/>
              </a:ext>
            </a:extLst>
          </p:cNvPr>
          <p:cNvGrpSpPr/>
          <p:nvPr/>
        </p:nvGrpSpPr>
        <p:grpSpPr>
          <a:xfrm>
            <a:off x="6548954" y="154477"/>
            <a:ext cx="3975790" cy="566928"/>
            <a:chOff x="6548954" y="154477"/>
            <a:chExt cx="3907209" cy="566928"/>
          </a:xfrm>
        </p:grpSpPr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6F35C8D1-7AB9-FB96-74D9-B9BDD001D8E2}"/>
                </a:ext>
              </a:extLst>
            </p:cNvPr>
            <p:cNvSpPr/>
            <p:nvPr/>
          </p:nvSpPr>
          <p:spPr>
            <a:xfrm>
              <a:off x="6548954" y="154477"/>
              <a:ext cx="3863551" cy="566928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2700">
              <a:solidFill>
                <a:srgbClr val="B9C4CE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1D4633F1-6F45-486A-475C-D63AB965BA3D}"/>
                </a:ext>
              </a:extLst>
            </p:cNvPr>
            <p:cNvSpPr txBox="1"/>
            <p:nvPr/>
          </p:nvSpPr>
          <p:spPr>
            <a:xfrm>
              <a:off x="6548954" y="174157"/>
              <a:ext cx="3907209" cy="527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Chantier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_______________________________________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	 </a:t>
              </a:r>
            </a:p>
            <a:p>
              <a:pPr>
                <a:lnSpc>
                  <a:spcPct val="150000"/>
                </a:lnSpc>
              </a:pP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Date :  </a:t>
              </a:r>
              <a:r>
                <a:rPr lang="fr-FR" sz="1200" b="1" dirty="0">
                  <a:solidFill>
                    <a:schemeClr val="bg1">
                      <a:lumMod val="75000"/>
                    </a:schemeClr>
                  </a:solidFill>
                  <a:cs typeface="Arial" panose="020B0604020202020204" pitchFamily="34" charset="0"/>
                </a:rPr>
                <a:t>_________________</a:t>
              </a:r>
              <a:r>
                <a:rPr lang="fr-FR" sz="1200" b="1" dirty="0">
                  <a:solidFill>
                    <a:srgbClr val="171D8F"/>
                  </a:solidFill>
                  <a:cs typeface="Arial" panose="020B0604020202020204" pitchFamily="34" charset="0"/>
                </a:rPr>
                <a:t> 	</a:t>
              </a:r>
            </a:p>
          </p:txBody>
        </p:sp>
      </p:grpSp>
      <p:pic>
        <p:nvPicPr>
          <p:cNvPr id="3" name="Image 2" descr="Logo bleu.png">
            <a:extLst>
              <a:ext uri="{FF2B5EF4-FFF2-40B4-BE49-F238E27FC236}">
                <a16:creationId xmlns:a16="http://schemas.microsoft.com/office/drawing/2014/main" id="{449BA1A0-57C1-D3A1-8CF4-A2FAFB27E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857" y="103890"/>
            <a:ext cx="1187104" cy="66810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AA20348-B0CB-F8A9-C59D-E435D89B9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71" y="34598"/>
            <a:ext cx="1057394" cy="80844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D1CBB84-AE61-D8C2-3EFC-CB522C046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9" y="1291074"/>
            <a:ext cx="8181422" cy="524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616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15</Words>
  <Application>Microsoft Office PowerPoint</Application>
  <PresentationFormat>Grand écran</PresentationFormat>
  <Paragraphs>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Huard</dc:creator>
  <cp:lastModifiedBy>Marcel Huard</cp:lastModifiedBy>
  <cp:revision>1</cp:revision>
  <dcterms:created xsi:type="dcterms:W3CDTF">2026-07-21T09:18:49Z</dcterms:created>
  <dcterms:modified xsi:type="dcterms:W3CDTF">2026-07-22T13:49:18Z</dcterms:modified>
</cp:coreProperties>
</file>