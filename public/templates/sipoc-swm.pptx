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62880D-6377-4ECB-A12A-33828CB08215}" v="1" dt="2026-06-29T12:45:22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884" autoAdjust="0"/>
  </p:normalViewPr>
  <p:slideViewPr>
    <p:cSldViewPr snapToGrid="0" snapToObjects="1">
      <p:cViewPr varScale="1">
        <p:scale>
          <a:sx n="106" d="100"/>
          <a:sy n="106" d="100"/>
        </p:scale>
        <p:origin x="7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6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" y="54864"/>
            <a:ext cx="12051792" cy="585216"/>
          </a:xfrm>
          <a:prstGeom prst="rect">
            <a:avLst/>
          </a:prstGeom>
          <a:solidFill>
            <a:srgbClr val="171D8F"/>
          </a:solidFill>
          <a:ln w="12700">
            <a:solidFill>
              <a:srgbClr val="2E319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Shape 3"/>
          <p:cNvSpPr/>
          <p:nvPr/>
        </p:nvSpPr>
        <p:spPr>
          <a:xfrm>
            <a:off x="1298448" y="91440"/>
            <a:ext cx="0" cy="457200"/>
          </a:xfrm>
          <a:prstGeom prst="line">
            <a:avLst/>
          </a:prstGeom>
          <a:noFill/>
          <a:ln w="1016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0" y="128016"/>
            <a:ext cx="1210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SIPOC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1440" y="731520"/>
            <a:ext cx="2293315" cy="420624"/>
          </a:xfrm>
          <a:prstGeom prst="roundRect">
            <a:avLst>
              <a:gd name="adj" fmla="val 17391"/>
            </a:avLst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1440" y="1060704"/>
            <a:ext cx="2293315" cy="91440"/>
          </a:xfrm>
          <a:prstGeom prst="rect">
            <a:avLst/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91440" y="749808"/>
            <a:ext cx="22933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" y="978408"/>
            <a:ext cx="229331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Fournisseurs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12771" y="731520"/>
            <a:ext cx="2293315" cy="420624"/>
          </a:xfrm>
          <a:prstGeom prst="roundRect">
            <a:avLst>
              <a:gd name="adj" fmla="val 17391"/>
            </a:avLst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512771" y="1060704"/>
            <a:ext cx="2293315" cy="91440"/>
          </a:xfrm>
          <a:prstGeom prst="rect">
            <a:avLst/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512771" y="749808"/>
            <a:ext cx="22933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12771" y="978408"/>
            <a:ext cx="229331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934102" y="731520"/>
            <a:ext cx="2293315" cy="420624"/>
          </a:xfrm>
          <a:prstGeom prst="roundRect">
            <a:avLst>
              <a:gd name="adj" fmla="val 17391"/>
            </a:avLst>
          </a:prstGeom>
          <a:solidFill>
            <a:srgbClr val="283F8A"/>
          </a:solidFill>
          <a:ln w="12700">
            <a:solidFill>
              <a:srgbClr val="283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934102" y="1060704"/>
            <a:ext cx="2293315" cy="91440"/>
          </a:xfrm>
          <a:prstGeom prst="rect">
            <a:avLst/>
          </a:prstGeom>
          <a:solidFill>
            <a:srgbClr val="283F8A"/>
          </a:solidFill>
          <a:ln w="12700">
            <a:solidFill>
              <a:srgbClr val="283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934102" y="749808"/>
            <a:ext cx="22933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4102" y="978408"/>
            <a:ext cx="229331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Processus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55433" y="731520"/>
            <a:ext cx="2293315" cy="420624"/>
          </a:xfrm>
          <a:prstGeom prst="roundRect">
            <a:avLst>
              <a:gd name="adj" fmla="val 17391"/>
            </a:avLst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7355433" y="1060704"/>
            <a:ext cx="2293315" cy="91440"/>
          </a:xfrm>
          <a:prstGeom prst="rect">
            <a:avLst/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355433" y="749808"/>
            <a:ext cx="22933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55433" y="978408"/>
            <a:ext cx="229331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776764" y="731520"/>
            <a:ext cx="2293315" cy="420624"/>
          </a:xfrm>
          <a:prstGeom prst="roundRect">
            <a:avLst>
              <a:gd name="adj" fmla="val 17391"/>
            </a:avLst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9776764" y="1060704"/>
            <a:ext cx="2293315" cy="91440"/>
          </a:xfrm>
          <a:prstGeom prst="rect">
            <a:avLst/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9776764" y="749808"/>
            <a:ext cx="22933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76764" y="978408"/>
            <a:ext cx="229331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366467" y="83210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87798" y="83210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09129" y="83210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30460" y="83210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1440" y="1152144"/>
            <a:ext cx="2293315" cy="365760"/>
          </a:xfrm>
          <a:prstGeom prst="rect">
            <a:avLst/>
          </a:prstGeom>
          <a:solidFill>
            <a:srgbClr val="D6DCF0"/>
          </a:solidFill>
          <a:ln w="12700">
            <a:solidFill>
              <a:srgbClr val="D6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146304" y="1170432"/>
            <a:ext cx="21835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E2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fournit les entrées ?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512771" y="1152144"/>
            <a:ext cx="2293315" cy="365760"/>
          </a:xfrm>
          <a:prstGeom prst="rect">
            <a:avLst/>
          </a:prstGeom>
          <a:solidFill>
            <a:srgbClr val="D6DCF0"/>
          </a:solidFill>
          <a:ln w="12700">
            <a:solidFill>
              <a:srgbClr val="D6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567635" y="1170432"/>
            <a:ext cx="21835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E2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Matières, infos ou ressources entrant dans le processus ?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934102" y="1152144"/>
            <a:ext cx="2293315" cy="365760"/>
          </a:xfrm>
          <a:prstGeom prst="rect">
            <a:avLst/>
          </a:prstGeom>
          <a:solidFill>
            <a:srgbClr val="BFC9E6"/>
          </a:solidFill>
          <a:ln w="12700">
            <a:solidFill>
              <a:srgbClr val="BFC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988966" y="1170432"/>
            <a:ext cx="21835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E2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Quelles sont les grandes étapes clés du processus ?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355433" y="1152144"/>
            <a:ext cx="2293315" cy="365760"/>
          </a:xfrm>
          <a:prstGeom prst="rect">
            <a:avLst/>
          </a:prstGeom>
          <a:solidFill>
            <a:srgbClr val="D6DCF0"/>
          </a:solidFill>
          <a:ln w="12700">
            <a:solidFill>
              <a:srgbClr val="D6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7410297" y="1170432"/>
            <a:ext cx="21835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E2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Quels livrables ou produits sont produits ?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9776764" y="1152144"/>
            <a:ext cx="2293315" cy="365760"/>
          </a:xfrm>
          <a:prstGeom prst="rect">
            <a:avLst/>
          </a:prstGeom>
          <a:solidFill>
            <a:srgbClr val="D6DCF0"/>
          </a:solidFill>
          <a:ln w="12700">
            <a:solidFill>
              <a:srgbClr val="D6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9831628" y="1170432"/>
            <a:ext cx="21835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E2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reçoit les sorties ?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806086" y="1152144"/>
            <a:ext cx="128016" cy="365760"/>
          </a:xfrm>
          <a:prstGeom prst="rect">
            <a:avLst/>
          </a:prstGeom>
          <a:solidFill>
            <a:srgbClr val="D6DCF0"/>
          </a:solidFill>
          <a:ln w="12700">
            <a:solidFill>
              <a:srgbClr val="D6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7227417" y="1152144"/>
            <a:ext cx="128016" cy="365760"/>
          </a:xfrm>
          <a:prstGeom prst="rect">
            <a:avLst/>
          </a:prstGeom>
          <a:solidFill>
            <a:srgbClr val="D6DCF0"/>
          </a:solidFill>
          <a:ln w="12700">
            <a:solidFill>
              <a:srgbClr val="D6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9648748" y="1152144"/>
            <a:ext cx="128016" cy="365760"/>
          </a:xfrm>
          <a:prstGeom prst="rect">
            <a:avLst/>
          </a:prstGeom>
          <a:solidFill>
            <a:srgbClr val="D6DCF0"/>
          </a:solidFill>
          <a:ln w="12700">
            <a:solidFill>
              <a:srgbClr val="D6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91440" y="1517904"/>
            <a:ext cx="1197864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016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91440" y="1517904"/>
            <a:ext cx="11978640" cy="365760"/>
          </a:xfrm>
          <a:prstGeom prst="rect">
            <a:avLst/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91440" y="2249424"/>
            <a:ext cx="11978640" cy="365760"/>
          </a:xfrm>
          <a:prstGeom prst="rect">
            <a:avLst/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91440" y="2980944"/>
            <a:ext cx="11978640" cy="365760"/>
          </a:xfrm>
          <a:prstGeom prst="rect">
            <a:avLst/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91440" y="3712464"/>
            <a:ext cx="11978640" cy="365760"/>
          </a:xfrm>
          <a:prstGeom prst="rect">
            <a:avLst/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4934102" y="1517904"/>
            <a:ext cx="2293315" cy="365760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4934102" y="1883664"/>
            <a:ext cx="2293315" cy="365760"/>
          </a:xfrm>
          <a:prstGeom prst="rect">
            <a:avLst/>
          </a:prstGeom>
          <a:solidFill>
            <a:srgbClr val="ECF1FB"/>
          </a:solidFill>
          <a:ln w="12700">
            <a:solidFill>
              <a:srgbClr val="ECF1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4934102" y="2249424"/>
            <a:ext cx="2293315" cy="365760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4934102" y="2615184"/>
            <a:ext cx="2293315" cy="365760"/>
          </a:xfrm>
          <a:prstGeom prst="rect">
            <a:avLst/>
          </a:prstGeom>
          <a:solidFill>
            <a:srgbClr val="ECF1FB"/>
          </a:solidFill>
          <a:ln w="12700">
            <a:solidFill>
              <a:srgbClr val="ECF1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4934102" y="2980944"/>
            <a:ext cx="2293315" cy="365760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4934102" y="3346704"/>
            <a:ext cx="2293315" cy="365760"/>
          </a:xfrm>
          <a:prstGeom prst="rect">
            <a:avLst/>
          </a:prstGeom>
          <a:solidFill>
            <a:srgbClr val="ECF1FB"/>
          </a:solidFill>
          <a:ln w="12700">
            <a:solidFill>
              <a:srgbClr val="ECF1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4934102" y="3712464"/>
            <a:ext cx="2293315" cy="365760"/>
          </a:xfrm>
          <a:prstGeom prst="rect">
            <a:avLst/>
          </a:prstGeom>
          <a:solidFill>
            <a:srgbClr val="E2EAF8"/>
          </a:solidFill>
          <a:ln w="12700">
            <a:solidFill>
              <a:srgbClr val="E2EA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4934102" y="4078224"/>
            <a:ext cx="2293315" cy="365760"/>
          </a:xfrm>
          <a:prstGeom prst="rect">
            <a:avLst/>
          </a:prstGeom>
          <a:solidFill>
            <a:srgbClr val="ECF1FB"/>
          </a:solidFill>
          <a:ln w="12700">
            <a:solidFill>
              <a:srgbClr val="ECF1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91440" y="1883664"/>
            <a:ext cx="11978640" cy="0"/>
          </a:xfrm>
          <a:prstGeom prst="line">
            <a:avLst/>
          </a:prstGeom>
          <a:noFill/>
          <a:ln w="508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91440" y="2249424"/>
            <a:ext cx="11978640" cy="0"/>
          </a:xfrm>
          <a:prstGeom prst="line">
            <a:avLst/>
          </a:prstGeom>
          <a:noFill/>
          <a:ln w="508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91440" y="2615184"/>
            <a:ext cx="11978640" cy="0"/>
          </a:xfrm>
          <a:prstGeom prst="line">
            <a:avLst/>
          </a:prstGeom>
          <a:noFill/>
          <a:ln w="508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91440" y="2980944"/>
            <a:ext cx="11978640" cy="0"/>
          </a:xfrm>
          <a:prstGeom prst="line">
            <a:avLst/>
          </a:prstGeom>
          <a:noFill/>
          <a:ln w="508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91440" y="3346704"/>
            <a:ext cx="11978640" cy="0"/>
          </a:xfrm>
          <a:prstGeom prst="line">
            <a:avLst/>
          </a:prstGeom>
          <a:noFill/>
          <a:ln w="508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91440" y="3712464"/>
            <a:ext cx="11978640" cy="0"/>
          </a:xfrm>
          <a:prstGeom prst="line">
            <a:avLst/>
          </a:prstGeom>
          <a:noFill/>
          <a:ln w="508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91440" y="4078224"/>
            <a:ext cx="11978640" cy="0"/>
          </a:xfrm>
          <a:prstGeom prst="line">
            <a:avLst/>
          </a:prstGeom>
          <a:noFill/>
          <a:ln w="508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2389755" y="1517904"/>
            <a:ext cx="128016" cy="2926080"/>
          </a:xfrm>
          <a:prstGeom prst="rect">
            <a:avLst/>
          </a:prstGeom>
          <a:solidFill>
            <a:srgbClr val="D8E0F2"/>
          </a:solidFill>
          <a:ln w="381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2366467" y="288036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B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811086" y="1517904"/>
            <a:ext cx="128016" cy="2926080"/>
          </a:xfrm>
          <a:prstGeom prst="rect">
            <a:avLst/>
          </a:prstGeom>
          <a:solidFill>
            <a:srgbClr val="D8E0F2"/>
          </a:solidFill>
          <a:ln w="381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4787798" y="288036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B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232417" y="1517904"/>
            <a:ext cx="128016" cy="2926080"/>
          </a:xfrm>
          <a:prstGeom prst="rect">
            <a:avLst/>
          </a:prstGeom>
          <a:solidFill>
            <a:srgbClr val="D8E0F2"/>
          </a:solidFill>
          <a:ln w="381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7209129" y="288036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B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653748" y="1517904"/>
            <a:ext cx="128016" cy="2926080"/>
          </a:xfrm>
          <a:prstGeom prst="rect">
            <a:avLst/>
          </a:prstGeom>
          <a:solidFill>
            <a:srgbClr val="D8E0F2"/>
          </a:solidFill>
          <a:ln w="381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9630460" y="288036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B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806086" y="1517904"/>
            <a:ext cx="0" cy="2926080"/>
          </a:xfrm>
          <a:prstGeom prst="line">
            <a:avLst/>
          </a:prstGeom>
          <a:noFill/>
          <a:ln w="762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7227417" y="1517904"/>
            <a:ext cx="0" cy="2926080"/>
          </a:xfrm>
          <a:prstGeom prst="line">
            <a:avLst/>
          </a:prstGeom>
          <a:noFill/>
          <a:ln w="762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9648748" y="1517904"/>
            <a:ext cx="0" cy="2926080"/>
          </a:xfrm>
          <a:prstGeom prst="line">
            <a:avLst/>
          </a:prstGeom>
          <a:noFill/>
          <a:ln w="762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91440" y="1517904"/>
            <a:ext cx="11978640" cy="2926080"/>
          </a:xfrm>
          <a:prstGeom prst="roundRect">
            <a:avLst>
              <a:gd name="adj" fmla="val 1875"/>
            </a:avLst>
          </a:prstGeom>
          <a:ln w="10160">
            <a:solidFill>
              <a:srgbClr val="C0CA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5034686" y="159105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5034686" y="15910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5345582" y="155448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345582" y="1719072"/>
            <a:ext cx="2505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5034686" y="195681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D4872A"/>
          </a:solidFill>
          <a:ln w="12700">
            <a:solidFill>
              <a:srgbClr val="D48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5034686" y="1956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345582" y="192024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5345582" y="2084832"/>
            <a:ext cx="2505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5034686" y="232257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8A6E"/>
          </a:solidFill>
          <a:ln w="12700">
            <a:solidFill>
              <a:srgbClr val="2A8A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5034686" y="2322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345582" y="228600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5345582" y="2450592"/>
            <a:ext cx="2505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5034686" y="268833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6BA8"/>
          </a:solidFill>
          <a:ln w="12700">
            <a:solidFill>
              <a:srgbClr val="2A6B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Text 98"/>
          <p:cNvSpPr/>
          <p:nvPr/>
        </p:nvSpPr>
        <p:spPr>
          <a:xfrm>
            <a:off x="5034686" y="2688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345582" y="265176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5345582" y="2816352"/>
            <a:ext cx="2505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5034686" y="305409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7A3A9A"/>
          </a:solidFill>
          <a:ln w="12700">
            <a:solidFill>
              <a:srgbClr val="7A3A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" name="Text 102"/>
          <p:cNvSpPr/>
          <p:nvPr/>
        </p:nvSpPr>
        <p:spPr>
          <a:xfrm>
            <a:off x="5034686" y="3054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345582" y="301752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5345582" y="3182112"/>
            <a:ext cx="2505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5034686" y="341985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8" name="Text 106"/>
          <p:cNvSpPr/>
          <p:nvPr/>
        </p:nvSpPr>
        <p:spPr>
          <a:xfrm>
            <a:off x="5034686" y="3419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5345582" y="338328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5345582" y="3547872"/>
            <a:ext cx="2505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5034686" y="378561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2" name="Text 110"/>
          <p:cNvSpPr/>
          <p:nvPr/>
        </p:nvSpPr>
        <p:spPr>
          <a:xfrm>
            <a:off x="5034686" y="3785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5345582" y="374904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345582" y="3913632"/>
            <a:ext cx="2505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5034686" y="415137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Text 114"/>
          <p:cNvSpPr/>
          <p:nvPr/>
        </p:nvSpPr>
        <p:spPr>
          <a:xfrm>
            <a:off x="5034686" y="4151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5345582" y="411480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5345582" y="4279392"/>
            <a:ext cx="2505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400" name="IndBg"/>
          <p:cNvSpPr>
            <a:spLocks noGrp="1"/>
          </p:cNvSpPr>
          <p:nvPr/>
        </p:nvSpPr>
        <p:spPr>
          <a:xfrm>
            <a:off x="2494483" y="4770120"/>
            <a:ext cx="9557308" cy="256032"/>
          </a:xfrm>
          <a:prstGeom prst="rect">
            <a:avLst/>
          </a:prstGeom>
          <a:solidFill>
            <a:srgbClr val="1A3A6B"/>
          </a:solidFill>
          <a:ln w="6350">
            <a:solidFill>
              <a:srgbClr val="1A3A6B"/>
            </a:solidFill>
            <a:prstDash val="solid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02" name="IndSep"/>
          <p:cNvSpPr>
            <a:spLocks noGrp="1"/>
          </p:cNvSpPr>
          <p:nvPr/>
        </p:nvSpPr>
        <p:spPr>
          <a:xfrm>
            <a:off x="4787798" y="4779264"/>
            <a:ext cx="128016" cy="256032"/>
          </a:xfrm>
          <a:prstGeom prst="rect">
            <a:avLst/>
          </a:prstGeom>
          <a:solidFill>
            <a:srgbClr val="2A4A7B"/>
          </a:solidFill>
          <a:ln w="9525">
            <a:solidFill>
              <a:srgbClr val="2A4A7B"/>
            </a:solidFill>
            <a:prstDash val="solid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03" name="IndSep"/>
          <p:cNvSpPr>
            <a:spLocks noGrp="1"/>
          </p:cNvSpPr>
          <p:nvPr/>
        </p:nvSpPr>
        <p:spPr>
          <a:xfrm>
            <a:off x="7209129" y="4779264"/>
            <a:ext cx="128016" cy="256032"/>
          </a:xfrm>
          <a:prstGeom prst="rect">
            <a:avLst/>
          </a:prstGeom>
          <a:solidFill>
            <a:srgbClr val="2A4A7B"/>
          </a:solidFill>
          <a:ln w="9525">
            <a:solidFill>
              <a:srgbClr val="2A4A7B"/>
            </a:solidFill>
            <a:prstDash val="solid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04" name="IndSep"/>
          <p:cNvSpPr>
            <a:spLocks noGrp="1"/>
          </p:cNvSpPr>
          <p:nvPr/>
        </p:nvSpPr>
        <p:spPr>
          <a:xfrm>
            <a:off x="9630460" y="4779264"/>
            <a:ext cx="128016" cy="256032"/>
          </a:xfrm>
          <a:prstGeom prst="rect">
            <a:avLst/>
          </a:prstGeom>
          <a:solidFill>
            <a:srgbClr val="2A4A7B"/>
          </a:solidFill>
          <a:ln w="9525">
            <a:solidFill>
              <a:srgbClr val="2A4A7B"/>
            </a:solidFill>
            <a:prstDash val="solid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08" name="IndSub_1"/>
          <p:cNvSpPr>
            <a:spLocks noGrp="1"/>
          </p:cNvSpPr>
          <p:nvPr/>
        </p:nvSpPr>
        <p:spPr>
          <a:xfrm>
            <a:off x="2494483" y="4864608"/>
            <a:ext cx="2293315" cy="91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fr-FR" sz="1300" b="1" dirty="0">
                <a:solidFill>
                  <a:srgbClr val="FFFFFF"/>
                </a:solidFill>
              </a:rPr>
              <a:t>Ind. Exigences</a:t>
            </a:r>
          </a:p>
        </p:txBody>
      </p:sp>
      <p:sp>
        <p:nvSpPr>
          <p:cNvPr id="410" name="IndSub_2"/>
          <p:cNvSpPr>
            <a:spLocks noGrp="1"/>
          </p:cNvSpPr>
          <p:nvPr/>
        </p:nvSpPr>
        <p:spPr>
          <a:xfrm>
            <a:off x="4906670" y="4835516"/>
            <a:ext cx="2293315" cy="91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fr-FR" sz="1300" b="1" dirty="0">
                <a:solidFill>
                  <a:srgbClr val="FFFFFF"/>
                </a:solidFill>
              </a:rPr>
              <a:t>Ind. Pilotage</a:t>
            </a:r>
          </a:p>
        </p:txBody>
      </p:sp>
      <p:sp>
        <p:nvSpPr>
          <p:cNvPr id="412" name="IndSub_3"/>
          <p:cNvSpPr>
            <a:spLocks noGrp="1"/>
          </p:cNvSpPr>
          <p:nvPr/>
        </p:nvSpPr>
        <p:spPr>
          <a:xfrm>
            <a:off x="7373721" y="4838319"/>
            <a:ext cx="2293315" cy="91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fr-FR" sz="1300" b="1" dirty="0">
                <a:solidFill>
                  <a:srgbClr val="FFFFFF"/>
                </a:solidFill>
              </a:rPr>
              <a:t>Ind. Résultats</a:t>
            </a:r>
          </a:p>
        </p:txBody>
      </p:sp>
      <p:sp>
        <p:nvSpPr>
          <p:cNvPr id="414" name="IndSub_4"/>
          <p:cNvSpPr>
            <a:spLocks noGrp="1"/>
          </p:cNvSpPr>
          <p:nvPr/>
        </p:nvSpPr>
        <p:spPr>
          <a:xfrm>
            <a:off x="9758476" y="4829936"/>
            <a:ext cx="2293315" cy="91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fr-FR" sz="1300" b="1" dirty="0">
                <a:solidFill>
                  <a:srgbClr val="FFFFFF"/>
                </a:solidFill>
              </a:rPr>
              <a:t>Voix du Client</a:t>
            </a:r>
          </a:p>
        </p:txBody>
      </p:sp>
      <p:sp>
        <p:nvSpPr>
          <p:cNvPr id="415" name="CasesBg"/>
          <p:cNvSpPr>
            <a:spLocks noGrp="1"/>
          </p:cNvSpPr>
          <p:nvPr/>
        </p:nvSpPr>
        <p:spPr>
          <a:xfrm>
            <a:off x="2517770" y="5035296"/>
            <a:ext cx="9534021" cy="914400"/>
          </a:xfrm>
          <a:prstGeom prst="rect">
            <a:avLst/>
          </a:prstGeom>
          <a:solidFill>
            <a:srgbClr val="EEF3FA"/>
          </a:solidFill>
          <a:ln w="9525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19" name="Case_1_0"/>
          <p:cNvSpPr>
            <a:spLocks noGrp="1"/>
          </p:cNvSpPr>
          <p:nvPr/>
        </p:nvSpPr>
        <p:spPr>
          <a:xfrm>
            <a:off x="2494483" y="5035296"/>
            <a:ext cx="2293315" cy="304800"/>
          </a:xfrm>
          <a:prstGeom prst="rect">
            <a:avLst/>
          </a:prstGeom>
          <a:solidFill>
            <a:srgbClr val="F5F9FF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20" name="Case_1_1"/>
          <p:cNvSpPr>
            <a:spLocks noGrp="1"/>
          </p:cNvSpPr>
          <p:nvPr/>
        </p:nvSpPr>
        <p:spPr>
          <a:xfrm>
            <a:off x="2494483" y="5340096"/>
            <a:ext cx="2293315" cy="304800"/>
          </a:xfrm>
          <a:prstGeom prst="rect">
            <a:avLst/>
          </a:prstGeom>
          <a:solidFill>
            <a:srgbClr val="EEF3FA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21" name="Case_1_2"/>
          <p:cNvSpPr>
            <a:spLocks noGrp="1"/>
          </p:cNvSpPr>
          <p:nvPr/>
        </p:nvSpPr>
        <p:spPr>
          <a:xfrm>
            <a:off x="2494483" y="5644896"/>
            <a:ext cx="2293315" cy="304800"/>
          </a:xfrm>
          <a:prstGeom prst="rect">
            <a:avLst/>
          </a:prstGeom>
          <a:solidFill>
            <a:srgbClr val="E8F0FC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22" name="Case_2_0"/>
          <p:cNvSpPr>
            <a:spLocks noGrp="1"/>
          </p:cNvSpPr>
          <p:nvPr/>
        </p:nvSpPr>
        <p:spPr>
          <a:xfrm>
            <a:off x="4915814" y="5035296"/>
            <a:ext cx="2293315" cy="304800"/>
          </a:xfrm>
          <a:prstGeom prst="rect">
            <a:avLst/>
          </a:prstGeom>
          <a:solidFill>
            <a:srgbClr val="F5F9FF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23" name="Case_2_1"/>
          <p:cNvSpPr>
            <a:spLocks noGrp="1"/>
          </p:cNvSpPr>
          <p:nvPr/>
        </p:nvSpPr>
        <p:spPr>
          <a:xfrm>
            <a:off x="4915814" y="5340096"/>
            <a:ext cx="2293315" cy="304800"/>
          </a:xfrm>
          <a:prstGeom prst="rect">
            <a:avLst/>
          </a:prstGeom>
          <a:solidFill>
            <a:srgbClr val="EEF3FA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24" name="Case_2_2"/>
          <p:cNvSpPr>
            <a:spLocks noGrp="1"/>
          </p:cNvSpPr>
          <p:nvPr/>
        </p:nvSpPr>
        <p:spPr>
          <a:xfrm>
            <a:off x="4915814" y="5644896"/>
            <a:ext cx="2293315" cy="304800"/>
          </a:xfrm>
          <a:prstGeom prst="rect">
            <a:avLst/>
          </a:prstGeom>
          <a:solidFill>
            <a:srgbClr val="E8F0FC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25" name="Case_3_0"/>
          <p:cNvSpPr>
            <a:spLocks noGrp="1"/>
          </p:cNvSpPr>
          <p:nvPr/>
        </p:nvSpPr>
        <p:spPr>
          <a:xfrm>
            <a:off x="7337145" y="5035296"/>
            <a:ext cx="2293315" cy="304800"/>
          </a:xfrm>
          <a:prstGeom prst="rect">
            <a:avLst/>
          </a:prstGeom>
          <a:solidFill>
            <a:srgbClr val="F5F9FF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26" name="Case_3_1"/>
          <p:cNvSpPr>
            <a:spLocks noGrp="1"/>
          </p:cNvSpPr>
          <p:nvPr/>
        </p:nvSpPr>
        <p:spPr>
          <a:xfrm>
            <a:off x="7337145" y="5340096"/>
            <a:ext cx="2293315" cy="304800"/>
          </a:xfrm>
          <a:prstGeom prst="rect">
            <a:avLst/>
          </a:prstGeom>
          <a:solidFill>
            <a:srgbClr val="EEF3FA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27" name="Case_3_2"/>
          <p:cNvSpPr>
            <a:spLocks noGrp="1"/>
          </p:cNvSpPr>
          <p:nvPr/>
        </p:nvSpPr>
        <p:spPr>
          <a:xfrm>
            <a:off x="7337145" y="5644896"/>
            <a:ext cx="2293315" cy="304800"/>
          </a:xfrm>
          <a:prstGeom prst="rect">
            <a:avLst/>
          </a:prstGeom>
          <a:solidFill>
            <a:srgbClr val="E8F0FC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28" name="Case_4_0"/>
          <p:cNvSpPr>
            <a:spLocks noGrp="1"/>
          </p:cNvSpPr>
          <p:nvPr/>
        </p:nvSpPr>
        <p:spPr>
          <a:xfrm>
            <a:off x="9758476" y="5035296"/>
            <a:ext cx="2293315" cy="304800"/>
          </a:xfrm>
          <a:prstGeom prst="rect">
            <a:avLst/>
          </a:prstGeom>
          <a:solidFill>
            <a:srgbClr val="F5F9FF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29" name="Case_4_1"/>
          <p:cNvSpPr>
            <a:spLocks noGrp="1"/>
          </p:cNvSpPr>
          <p:nvPr/>
        </p:nvSpPr>
        <p:spPr>
          <a:xfrm>
            <a:off x="9758476" y="5340096"/>
            <a:ext cx="2293315" cy="304800"/>
          </a:xfrm>
          <a:prstGeom prst="rect">
            <a:avLst/>
          </a:prstGeom>
          <a:solidFill>
            <a:srgbClr val="EEF3FA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30" name="Case_4_2"/>
          <p:cNvSpPr>
            <a:spLocks noGrp="1"/>
          </p:cNvSpPr>
          <p:nvPr/>
        </p:nvSpPr>
        <p:spPr>
          <a:xfrm>
            <a:off x="9758476" y="5644896"/>
            <a:ext cx="2293315" cy="304800"/>
          </a:xfrm>
          <a:prstGeom prst="rect">
            <a:avLst/>
          </a:prstGeom>
          <a:solidFill>
            <a:srgbClr val="E8F0FC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32" name="CaseSep"/>
          <p:cNvSpPr>
            <a:spLocks noGrp="1"/>
          </p:cNvSpPr>
          <p:nvPr/>
        </p:nvSpPr>
        <p:spPr>
          <a:xfrm>
            <a:off x="4787798" y="5035296"/>
            <a:ext cx="128016" cy="1219200"/>
          </a:xfrm>
          <a:prstGeom prst="rect">
            <a:avLst/>
          </a:prstGeom>
          <a:solidFill>
            <a:srgbClr val="D8E4F0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33" name="CaseSep"/>
          <p:cNvSpPr>
            <a:spLocks noGrp="1"/>
          </p:cNvSpPr>
          <p:nvPr/>
        </p:nvSpPr>
        <p:spPr>
          <a:xfrm>
            <a:off x="7209129" y="5035296"/>
            <a:ext cx="128016" cy="1225296"/>
          </a:xfrm>
          <a:prstGeom prst="rect">
            <a:avLst/>
          </a:prstGeom>
          <a:solidFill>
            <a:srgbClr val="D8E4F0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34" name="CaseSep"/>
          <p:cNvSpPr>
            <a:spLocks noGrp="1"/>
          </p:cNvSpPr>
          <p:nvPr/>
        </p:nvSpPr>
        <p:spPr>
          <a:xfrm>
            <a:off x="9639695" y="5035296"/>
            <a:ext cx="109728" cy="1225296"/>
          </a:xfrm>
          <a:prstGeom prst="rect">
            <a:avLst/>
          </a:prstGeom>
          <a:solidFill>
            <a:srgbClr val="D8E4F0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00" name="BarreIndicateurs"/>
          <p:cNvSpPr>
            <a:spLocks noGrp="1"/>
          </p:cNvSpPr>
          <p:nvPr/>
        </p:nvSpPr>
        <p:spPr>
          <a:xfrm>
            <a:off x="2540656" y="4517135"/>
            <a:ext cx="9557309" cy="210311"/>
          </a:xfrm>
          <a:prstGeom prst="rect">
            <a:avLst/>
          </a:prstGeom>
          <a:solidFill>
            <a:srgbClr val="1E4080"/>
          </a:solidFill>
          <a:ln w="6350">
            <a:solidFill>
              <a:srgbClr val="1E4080"/>
            </a:solidFill>
            <a:prstDash val="solid"/>
          </a:ln>
        </p:spPr>
        <p:txBody>
          <a:bodyPr anchor="ctr"/>
          <a:lstStyle/>
          <a:p>
            <a:pPr algn="ctr"/>
            <a:r>
              <a:rPr lang="fr-FR" sz="1300" b="1" dirty="0">
                <a:solidFill>
                  <a:srgbClr val="FFFFFF"/>
                </a:solidFill>
              </a:rPr>
              <a:t>Indicateurs</a:t>
            </a:r>
          </a:p>
        </p:txBody>
      </p:sp>
      <p:sp>
        <p:nvSpPr>
          <p:cNvPr id="600" name="FooterBg_0"/>
          <p:cNvSpPr>
            <a:spLocks noGrp="1"/>
          </p:cNvSpPr>
          <p:nvPr/>
        </p:nvSpPr>
        <p:spPr>
          <a:xfrm>
            <a:off x="128016" y="4782370"/>
            <a:ext cx="2293315" cy="390144"/>
          </a:xfrm>
          <a:prstGeom prst="rect">
            <a:avLst/>
          </a:prstGeom>
          <a:solidFill>
            <a:srgbClr val="EEF3FA"/>
          </a:solidFill>
          <a:ln w="6350">
            <a:solidFill>
              <a:srgbClr val="C0CAE4"/>
            </a:solidFill>
            <a:prstDash val="solid"/>
          </a:ln>
        </p:spPr>
        <p:txBody>
          <a:bodyPr lIns="54864" tIns="27432" rIns="54864" bIns="27432" anchor="t"/>
          <a:lstStyle/>
          <a:p>
            <a:pPr algn="l"/>
            <a:endParaRPr/>
          </a:p>
        </p:txBody>
      </p:sp>
      <p:sp>
        <p:nvSpPr>
          <p:cNvPr id="601" name="FooterLabel_0"/>
          <p:cNvSpPr>
            <a:spLocks noGrp="1"/>
          </p:cNvSpPr>
          <p:nvPr/>
        </p:nvSpPr>
        <p:spPr>
          <a:xfrm>
            <a:off x="182880" y="4809802"/>
            <a:ext cx="2183587" cy="128016"/>
          </a:xfrm>
          <a:prstGeom prst="rect">
            <a:avLst/>
          </a:prstGeom>
          <a:noFill/>
          <a:ln>
            <a:noFill/>
          </a:ln>
        </p:spPr>
        <p:txBody>
          <a:bodyPr lIns="54864" tIns="27432" rIns="54864" bIns="27432" anchor="ctr"/>
          <a:lstStyle/>
          <a:p>
            <a:pPr algn="l"/>
            <a:r>
              <a:rPr lang="fr-FR" sz="1000" b="1" dirty="0">
                <a:solidFill>
                  <a:srgbClr val="1A3A6B"/>
                </a:solidFill>
              </a:rPr>
              <a:t>Processus analysé :</a:t>
            </a:r>
          </a:p>
        </p:txBody>
      </p:sp>
      <p:sp>
        <p:nvSpPr>
          <p:cNvPr id="603" name="FooterBg_1"/>
          <p:cNvSpPr>
            <a:spLocks noGrp="1"/>
          </p:cNvSpPr>
          <p:nvPr/>
        </p:nvSpPr>
        <p:spPr>
          <a:xfrm>
            <a:off x="128016" y="5145082"/>
            <a:ext cx="2293315" cy="362712"/>
          </a:xfrm>
          <a:prstGeom prst="rect">
            <a:avLst/>
          </a:prstGeom>
          <a:solidFill>
            <a:srgbClr val="E4EDF8"/>
          </a:solidFill>
          <a:ln w="6350">
            <a:solidFill>
              <a:srgbClr val="C0CAE4"/>
            </a:solidFill>
            <a:prstDash val="solid"/>
          </a:ln>
        </p:spPr>
        <p:txBody>
          <a:bodyPr lIns="54864" tIns="27432" rIns="54864" bIns="27432" anchor="t"/>
          <a:lstStyle/>
          <a:p>
            <a:pPr algn="l"/>
            <a:endParaRPr/>
          </a:p>
        </p:txBody>
      </p:sp>
      <p:sp>
        <p:nvSpPr>
          <p:cNvPr id="604" name="FooterLabel_1"/>
          <p:cNvSpPr>
            <a:spLocks noGrp="1"/>
          </p:cNvSpPr>
          <p:nvPr/>
        </p:nvSpPr>
        <p:spPr>
          <a:xfrm>
            <a:off x="182880" y="5172514"/>
            <a:ext cx="2183587" cy="128016"/>
          </a:xfrm>
          <a:prstGeom prst="rect">
            <a:avLst/>
          </a:prstGeom>
          <a:noFill/>
          <a:ln>
            <a:noFill/>
          </a:ln>
        </p:spPr>
        <p:txBody>
          <a:bodyPr lIns="54864" tIns="27432" rIns="54864" bIns="27432" anchor="ctr"/>
          <a:lstStyle/>
          <a:p>
            <a:pPr algn="l"/>
            <a:r>
              <a:rPr lang="fr-FR" sz="1000" b="1" dirty="0">
                <a:solidFill>
                  <a:srgbClr val="1A3A6B"/>
                </a:solidFill>
              </a:rPr>
              <a:t>Responsable :</a:t>
            </a:r>
          </a:p>
        </p:txBody>
      </p:sp>
      <p:sp>
        <p:nvSpPr>
          <p:cNvPr id="606" name="FooterBg_2"/>
          <p:cNvSpPr>
            <a:spLocks noGrp="1"/>
          </p:cNvSpPr>
          <p:nvPr/>
        </p:nvSpPr>
        <p:spPr>
          <a:xfrm>
            <a:off x="128016" y="5507794"/>
            <a:ext cx="2293315" cy="362712"/>
          </a:xfrm>
          <a:prstGeom prst="rect">
            <a:avLst/>
          </a:prstGeom>
          <a:solidFill>
            <a:srgbClr val="EEF3FA"/>
          </a:solidFill>
          <a:ln w="6350">
            <a:solidFill>
              <a:srgbClr val="C0CAE4"/>
            </a:solidFill>
            <a:prstDash val="solid"/>
          </a:ln>
        </p:spPr>
        <p:txBody>
          <a:bodyPr lIns="54864" tIns="27432" rIns="54864" bIns="27432" anchor="t"/>
          <a:lstStyle/>
          <a:p>
            <a:pPr algn="l"/>
            <a:endParaRPr/>
          </a:p>
        </p:txBody>
      </p:sp>
      <p:sp>
        <p:nvSpPr>
          <p:cNvPr id="607" name="FooterLabel_2"/>
          <p:cNvSpPr>
            <a:spLocks noGrp="1"/>
          </p:cNvSpPr>
          <p:nvPr/>
        </p:nvSpPr>
        <p:spPr>
          <a:xfrm>
            <a:off x="182880" y="5535226"/>
            <a:ext cx="2183587" cy="128016"/>
          </a:xfrm>
          <a:prstGeom prst="rect">
            <a:avLst/>
          </a:prstGeom>
          <a:noFill/>
          <a:ln>
            <a:noFill/>
          </a:ln>
        </p:spPr>
        <p:txBody>
          <a:bodyPr lIns="54864" tIns="27432" rIns="54864" bIns="27432" anchor="ctr"/>
          <a:lstStyle/>
          <a:p>
            <a:pPr algn="l"/>
            <a:r>
              <a:rPr lang="fr-FR" sz="1000" b="1" dirty="0">
                <a:solidFill>
                  <a:srgbClr val="1A3A6B"/>
                </a:solidFill>
              </a:rPr>
              <a:t>Date :</a:t>
            </a:r>
          </a:p>
        </p:txBody>
      </p:sp>
      <p:sp>
        <p:nvSpPr>
          <p:cNvPr id="609" name="FooterBg_3"/>
          <p:cNvSpPr>
            <a:spLocks noGrp="1"/>
          </p:cNvSpPr>
          <p:nvPr/>
        </p:nvSpPr>
        <p:spPr>
          <a:xfrm>
            <a:off x="128016" y="5870506"/>
            <a:ext cx="2293315" cy="362712"/>
          </a:xfrm>
          <a:prstGeom prst="rect">
            <a:avLst/>
          </a:prstGeom>
          <a:solidFill>
            <a:srgbClr val="E4EDF8"/>
          </a:solidFill>
          <a:ln w="6350">
            <a:solidFill>
              <a:srgbClr val="C0CAE4"/>
            </a:solidFill>
            <a:prstDash val="solid"/>
          </a:ln>
        </p:spPr>
        <p:txBody>
          <a:bodyPr lIns="54864" tIns="27432" rIns="54864" bIns="27432" anchor="t"/>
          <a:lstStyle/>
          <a:p>
            <a:pPr algn="l"/>
            <a:endParaRPr/>
          </a:p>
        </p:txBody>
      </p:sp>
      <p:sp>
        <p:nvSpPr>
          <p:cNvPr id="610" name="FooterLabel_3"/>
          <p:cNvSpPr>
            <a:spLocks noGrp="1"/>
          </p:cNvSpPr>
          <p:nvPr/>
        </p:nvSpPr>
        <p:spPr>
          <a:xfrm>
            <a:off x="182880" y="5897938"/>
            <a:ext cx="2183587" cy="128016"/>
          </a:xfrm>
          <a:prstGeom prst="rect">
            <a:avLst/>
          </a:prstGeom>
          <a:noFill/>
          <a:ln>
            <a:noFill/>
          </a:ln>
        </p:spPr>
        <p:txBody>
          <a:bodyPr lIns="54864" tIns="27432" rIns="54864" bIns="27432" anchor="ctr"/>
          <a:lstStyle/>
          <a:p>
            <a:pPr algn="l"/>
            <a:r>
              <a:rPr lang="fr-FR" sz="1000" b="1" dirty="0">
                <a:solidFill>
                  <a:srgbClr val="1A3A6B"/>
                </a:solidFill>
              </a:rPr>
              <a:t>Révision :</a:t>
            </a:r>
          </a:p>
        </p:txBody>
      </p:sp>
      <p:sp>
        <p:nvSpPr>
          <p:cNvPr id="174" name="Shape 172"/>
          <p:cNvSpPr/>
          <p:nvPr/>
        </p:nvSpPr>
        <p:spPr>
          <a:xfrm>
            <a:off x="54863" y="55543"/>
            <a:ext cx="12051792" cy="6748272"/>
          </a:xfrm>
          <a:prstGeom prst="rect">
            <a:avLst/>
          </a:prstGeom>
          <a:ln w="15240">
            <a:solidFill>
              <a:srgbClr val="2E319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6" name="Image 175" descr="SWM International | LinkedIn">
            <a:extLst>
              <a:ext uri="{FF2B5EF4-FFF2-40B4-BE49-F238E27FC236}">
                <a16:creationId xmlns:a16="http://schemas.microsoft.com/office/drawing/2014/main" id="{97B924B3-E64B-BB8E-D49E-4CF1C7D7AF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787" b="27997"/>
          <a:stretch>
            <a:fillRect/>
          </a:stretch>
        </p:blipFill>
        <p:spPr>
          <a:xfrm>
            <a:off x="146304" y="59436"/>
            <a:ext cx="1187103" cy="548640"/>
          </a:xfrm>
          <a:prstGeom prst="rect">
            <a:avLst/>
          </a:prstGeom>
        </p:spPr>
      </p:pic>
      <p:pic>
        <p:nvPicPr>
          <p:cNvPr id="178" name="Image 177">
            <a:extLst>
              <a:ext uri="{FF2B5EF4-FFF2-40B4-BE49-F238E27FC236}">
                <a16:creationId xmlns:a16="http://schemas.microsoft.com/office/drawing/2014/main" id="{35EF437A-AD85-FFA6-36EC-CFA0322CBF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7868"/>
          <a:stretch>
            <a:fillRect/>
          </a:stretch>
        </p:blipFill>
        <p:spPr>
          <a:xfrm>
            <a:off x="10427317" y="128016"/>
            <a:ext cx="1734203" cy="457200"/>
          </a:xfrm>
          <a:prstGeom prst="rect">
            <a:avLst/>
          </a:prstGeom>
        </p:spPr>
      </p:pic>
      <p:sp>
        <p:nvSpPr>
          <p:cNvPr id="4" name="Case_1_2">
            <a:extLst>
              <a:ext uri="{FF2B5EF4-FFF2-40B4-BE49-F238E27FC236}">
                <a16:creationId xmlns:a16="http://schemas.microsoft.com/office/drawing/2014/main" id="{65C631FF-C27E-C703-E8E2-E7A1B3A6DFAF}"/>
              </a:ext>
            </a:extLst>
          </p:cNvPr>
          <p:cNvSpPr>
            <a:spLocks noGrp="1"/>
          </p:cNvSpPr>
          <p:nvPr/>
        </p:nvSpPr>
        <p:spPr>
          <a:xfrm>
            <a:off x="2494664" y="5949696"/>
            <a:ext cx="2293315" cy="304800"/>
          </a:xfrm>
          <a:prstGeom prst="rect">
            <a:avLst/>
          </a:prstGeom>
          <a:solidFill>
            <a:srgbClr val="E8F0FC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8" name="Case_2_2">
            <a:extLst>
              <a:ext uri="{FF2B5EF4-FFF2-40B4-BE49-F238E27FC236}">
                <a16:creationId xmlns:a16="http://schemas.microsoft.com/office/drawing/2014/main" id="{5819B0DE-76FE-5131-4A0B-FF4738D4856A}"/>
              </a:ext>
            </a:extLst>
          </p:cNvPr>
          <p:cNvSpPr>
            <a:spLocks noGrp="1"/>
          </p:cNvSpPr>
          <p:nvPr/>
        </p:nvSpPr>
        <p:spPr>
          <a:xfrm>
            <a:off x="4915814" y="5946739"/>
            <a:ext cx="2293315" cy="304800"/>
          </a:xfrm>
          <a:prstGeom prst="rect">
            <a:avLst/>
          </a:prstGeom>
          <a:solidFill>
            <a:srgbClr val="E8F0FC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30" name="Case_3_2">
            <a:extLst>
              <a:ext uri="{FF2B5EF4-FFF2-40B4-BE49-F238E27FC236}">
                <a16:creationId xmlns:a16="http://schemas.microsoft.com/office/drawing/2014/main" id="{28735C67-540B-84BF-F682-6305F8543D83}"/>
              </a:ext>
            </a:extLst>
          </p:cNvPr>
          <p:cNvSpPr>
            <a:spLocks noGrp="1"/>
          </p:cNvSpPr>
          <p:nvPr/>
        </p:nvSpPr>
        <p:spPr>
          <a:xfrm>
            <a:off x="7337145" y="5949696"/>
            <a:ext cx="2293315" cy="304800"/>
          </a:xfrm>
          <a:prstGeom prst="rect">
            <a:avLst/>
          </a:prstGeom>
          <a:solidFill>
            <a:srgbClr val="E8F0FC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34" name="Case_4_2">
            <a:extLst>
              <a:ext uri="{FF2B5EF4-FFF2-40B4-BE49-F238E27FC236}">
                <a16:creationId xmlns:a16="http://schemas.microsoft.com/office/drawing/2014/main" id="{0C15FBEC-EA40-ADBD-35EB-DE577EF16270}"/>
              </a:ext>
            </a:extLst>
          </p:cNvPr>
          <p:cNvSpPr>
            <a:spLocks noGrp="1"/>
          </p:cNvSpPr>
          <p:nvPr/>
        </p:nvSpPr>
        <p:spPr>
          <a:xfrm>
            <a:off x="9758476" y="5955792"/>
            <a:ext cx="2293315" cy="304800"/>
          </a:xfrm>
          <a:prstGeom prst="rect">
            <a:avLst/>
          </a:prstGeom>
          <a:solidFill>
            <a:srgbClr val="E8F0FC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CE4472-A10E-4208-B209-717AD53FD59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21a881f-4038-4449-8fa6-5faf2f3e84c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82</Words>
  <Application>Microsoft Office PowerPoint</Application>
  <PresentationFormat>Grand écran</PresentationFormat>
  <Paragraphs>38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SIPOC+ — SWM International</dc:title>
  <dc:subject>PptxGenJS Presentation</dc:subject>
  <dc:creator>PptxGenJS</dc:creator>
  <cp:lastModifiedBy>Louis PARIS</cp:lastModifiedBy>
  <cp:revision>6</cp:revision>
  <dcterms:created xsi:type="dcterms:W3CDTF">2026-06-12T09:04:18Z</dcterms:created>
  <dcterms:modified xsi:type="dcterms:W3CDTF">2026-06-29T12:57:08Z</dcterms:modified>
</cp:coreProperties>
</file>