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Huard" userId="8a678e0b-82e3-4c7b-af70-c3eac26f1b36" providerId="ADAL" clId="{2AE5F92A-1DCD-40B8-B1A5-EB443473E87A}"/>
    <pc:docChg chg="custSel modSld">
      <pc:chgData name="Marcel Huard" userId="8a678e0b-82e3-4c7b-af70-c3eac26f1b36" providerId="ADAL" clId="{2AE5F92A-1DCD-40B8-B1A5-EB443473E87A}" dt="2026-07-21T11:39:00.952" v="18" actId="1035"/>
      <pc:docMkLst>
        <pc:docMk/>
      </pc:docMkLst>
      <pc:sldChg chg="addSp delSp modSp mod">
        <pc:chgData name="Marcel Huard" userId="8a678e0b-82e3-4c7b-af70-c3eac26f1b36" providerId="ADAL" clId="{2AE5F92A-1DCD-40B8-B1A5-EB443473E87A}" dt="2026-07-21T11:39:00.952" v="18" actId="1035"/>
        <pc:sldMkLst>
          <pc:docMk/>
          <pc:sldMk cId="504593708" sldId="257"/>
        </pc:sldMkLst>
        <pc:spChg chg="mod">
          <ac:chgData name="Marcel Huard" userId="8a678e0b-82e3-4c7b-af70-c3eac26f1b36" providerId="ADAL" clId="{2AE5F92A-1DCD-40B8-B1A5-EB443473E87A}" dt="2026-07-21T09:40:30.755" v="0" actId="207"/>
          <ac:spMkLst>
            <pc:docMk/>
            <pc:sldMk cId="504593708" sldId="257"/>
            <ac:spMk id="109" creationId="{D38472D4-224C-28E6-B8EB-5317521342BF}"/>
          </ac:spMkLst>
        </pc:spChg>
        <pc:picChg chg="mod">
          <ac:chgData name="Marcel Huard" userId="8a678e0b-82e3-4c7b-af70-c3eac26f1b36" providerId="ADAL" clId="{2AE5F92A-1DCD-40B8-B1A5-EB443473E87A}" dt="2026-07-21T11:38:45.902" v="4" actId="1036"/>
          <ac:picMkLst>
            <pc:docMk/>
            <pc:sldMk cId="504593708" sldId="257"/>
            <ac:picMk id="3" creationId="{1E84C3A0-AB5C-9CD1-B322-085E19DCD67A}"/>
          </ac:picMkLst>
        </pc:picChg>
        <pc:picChg chg="add mod">
          <ac:chgData name="Marcel Huard" userId="8a678e0b-82e3-4c7b-af70-c3eac26f1b36" providerId="ADAL" clId="{2AE5F92A-1DCD-40B8-B1A5-EB443473E87A}" dt="2026-07-21T11:39:00.952" v="18" actId="1035"/>
          <ac:picMkLst>
            <pc:docMk/>
            <pc:sldMk cId="504593708" sldId="257"/>
            <ac:picMk id="4" creationId="{869FEB68-8866-6ACB-90F8-CBB1B712C2EF}"/>
          </ac:picMkLst>
        </pc:picChg>
        <pc:picChg chg="del">
          <ac:chgData name="Marcel Huard" userId="8a678e0b-82e3-4c7b-af70-c3eac26f1b36" providerId="ADAL" clId="{2AE5F92A-1DCD-40B8-B1A5-EB443473E87A}" dt="2026-07-21T09:44:18.138" v="2" actId="478"/>
          <ac:picMkLst>
            <pc:docMk/>
            <pc:sldMk cId="504593708" sldId="257"/>
            <ac:picMk id="111" creationId="{94948965-3A41-3D9E-3DD8-3A9FF7082E49}"/>
          </ac:picMkLst>
        </pc:picChg>
        <pc:cxnChg chg="mod">
          <ac:chgData name="Marcel Huard" userId="8a678e0b-82e3-4c7b-af70-c3eac26f1b36" providerId="ADAL" clId="{2AE5F92A-1DCD-40B8-B1A5-EB443473E87A}" dt="2026-07-21T09:41:07.140" v="1" actId="208"/>
          <ac:cxnSpMkLst>
            <pc:docMk/>
            <pc:sldMk cId="504593708" sldId="257"/>
            <ac:cxnSpMk id="110" creationId="{D33B4EEA-6AF0-D761-E615-768E7AF6E89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6D177-7B2C-4567-8476-26825F8F7A99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23208-71C0-4D2D-BAD4-B5B6823BB9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07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F97CE-9577-4BA3-B3C8-D76775CC7F4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937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EE96B-DECF-6634-2566-3AE5BA921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044CDB-E6C2-D34E-FE37-E7312EEE1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BBACA-AC94-4801-A18E-18EEFBA7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6BE3FB-952D-F769-302A-210F5956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3A67EF-4B28-2B93-F2F1-73608F2A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16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DFFD3-E678-EA6F-9A2B-15D99239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616CA-B6CF-B42B-78A1-14DF112F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10728-80BC-3DDC-AE47-8775CA0F9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2F55B1-D5D3-C1C8-0D0D-2B89C415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9320AB-3A09-C17A-992C-1D60E8E2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8B770-60D4-FEC3-2D09-BE27B021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68729B-296D-52F9-3D36-C5DDC8222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D04DD8-B720-89F7-A127-9DA008C1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98D641-AE66-4DB2-B3B6-1F92F3EF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B2BEFB-F4CB-6015-D812-1B2EBAF6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86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66F85-B58F-BF87-7A95-379FD95D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353444-CEDC-F254-22A3-F758075D8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E04A07-9110-1CB0-F79C-6F6AF5BD8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E7CEA0-8018-1DAA-0223-8280C932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271C1B-214B-2338-ACCD-246E5134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2AC7D7-CF0E-5D11-75C3-14434A4F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6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24A04-C961-4C34-AAF8-CD681D41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D42424-2236-D21F-E443-0FA0F5815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F8A92F-0C85-40F1-68B1-F615CEB9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09C76B-1811-1318-3292-FA98EF249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FE20E8-762D-3960-8BEE-8CA84F3BB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F3186E-132E-50E8-02AD-B4C846DC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58EF0DA-F49D-BC5C-257A-C0F3BCBD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3095C9-D916-70CE-C88C-8D0AEF48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1D46D-90D6-7CB6-0166-015D8676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CAE8BC-910C-5D42-6BB9-378E46A7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D62870-6489-3F82-C372-BC91605B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8B5D85-1CFC-0343-EE36-0C3F275B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21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1C3000-2805-9DF1-5FDB-1FA7CC39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494F3A-6368-92CD-0022-92DA643F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5627C2-29C8-2A62-13A6-15226FEF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87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E8CFE-4120-CA33-5B21-E65E9DCA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F87DBD-8E1A-6F4E-6E5A-7482AB98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65CCA5-F0B6-C9E5-B6C0-18D6282F1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802204-1C08-5786-EF4C-09B1CC1F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14915D-AB31-2CC8-1359-92123E46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4D58C6-A2A8-F5A6-25AE-0D113D76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70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3B738-ABA7-9148-2AFB-543EB289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80A884-DD83-869D-28C4-D1D04CD01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BD19E8-4DBB-0D1E-73A1-55CFA2B09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D85C8E-84C7-B76F-3EBB-A2078072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40C235-F072-15B9-47D3-B08A821A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263DDB-6F58-0A12-187E-51685CE6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44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6C3FB-E313-C6F8-61AD-C3C193CF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742D97-0821-4D07-91E6-06DFCAA9D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268A37-E854-E6CF-F61F-B391667F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97884-8D06-CCAF-5645-0A890931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CE6E53-F27E-32DA-AAD3-8CC23F0F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39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64D5D-D0CE-7381-0F9C-1669F4CF8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DF37E2-F2D2-B1E1-0347-A8F8B8C4A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B8123D-E645-24C4-581E-DCCBF5A1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B1ACF4-6B3F-E838-DE44-69E09F59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626C4-82C0-5EAB-15D6-6E1BAA6F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95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C9FA65-EB8A-A8D4-25C1-1E577701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90C7F3-DDFF-918D-36D5-66F92029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8323AC-3567-7661-5422-6B58BD113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3F480-98D9-40B0-9DF2-24B337C67EC7}" type="datetimeFigureOut">
              <a:rPr lang="fr-FR" smtClean="0"/>
              <a:t>21/07/2026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CF7CD-84AD-1CB0-8983-1AC0E181F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371B4-15B6-CE61-5973-CB65C2F81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18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58">
            <a:extLst>
              <a:ext uri="{FF2B5EF4-FFF2-40B4-BE49-F238E27FC236}">
                <a16:creationId xmlns:a16="http://schemas.microsoft.com/office/drawing/2014/main" id="{7255FBFE-5505-230E-5B07-C55F35AE00A1}"/>
              </a:ext>
            </a:extLst>
          </p:cNvPr>
          <p:cNvSpPr/>
          <p:nvPr/>
        </p:nvSpPr>
        <p:spPr>
          <a:xfrm rot="16200000">
            <a:off x="10641819" y="171225"/>
            <a:ext cx="504000" cy="2160000"/>
          </a:xfrm>
          <a:custGeom>
            <a:avLst/>
            <a:gdLst>
              <a:gd name="connsiteX0" fmla="*/ 0 w 2880320"/>
              <a:gd name="connsiteY0" fmla="*/ 0 h 864096"/>
              <a:gd name="connsiteX1" fmla="*/ 480053 w 2880320"/>
              <a:gd name="connsiteY1" fmla="*/ 0 h 864096"/>
              <a:gd name="connsiteX2" fmla="*/ 480053 w 2880320"/>
              <a:gd name="connsiteY2" fmla="*/ 0 h 864096"/>
              <a:gd name="connsiteX3" fmla="*/ 1200133 w 2880320"/>
              <a:gd name="connsiteY3" fmla="*/ 0 h 864096"/>
              <a:gd name="connsiteX4" fmla="*/ 2880320 w 2880320"/>
              <a:gd name="connsiteY4" fmla="*/ 0 h 864096"/>
              <a:gd name="connsiteX5" fmla="*/ 2880320 w 2880320"/>
              <a:gd name="connsiteY5" fmla="*/ 504056 h 864096"/>
              <a:gd name="connsiteX6" fmla="*/ 2880320 w 2880320"/>
              <a:gd name="connsiteY6" fmla="*/ 504056 h 864096"/>
              <a:gd name="connsiteX7" fmla="*/ 2880320 w 2880320"/>
              <a:gd name="connsiteY7" fmla="*/ 720080 h 864096"/>
              <a:gd name="connsiteX8" fmla="*/ 2880320 w 2880320"/>
              <a:gd name="connsiteY8" fmla="*/ 864096 h 864096"/>
              <a:gd name="connsiteX9" fmla="*/ 1200133 w 2880320"/>
              <a:gd name="connsiteY9" fmla="*/ 864096 h 864096"/>
              <a:gd name="connsiteX10" fmla="*/ 831635 w 2880320"/>
              <a:gd name="connsiteY10" fmla="*/ 1099104 h 864096"/>
              <a:gd name="connsiteX11" fmla="*/ 480053 w 2880320"/>
              <a:gd name="connsiteY11" fmla="*/ 864096 h 864096"/>
              <a:gd name="connsiteX12" fmla="*/ 0 w 2880320"/>
              <a:gd name="connsiteY12" fmla="*/ 864096 h 864096"/>
              <a:gd name="connsiteX13" fmla="*/ 0 w 2880320"/>
              <a:gd name="connsiteY13" fmla="*/ 720080 h 864096"/>
              <a:gd name="connsiteX14" fmla="*/ 0 w 2880320"/>
              <a:gd name="connsiteY14" fmla="*/ 504056 h 864096"/>
              <a:gd name="connsiteX15" fmla="*/ 0 w 2880320"/>
              <a:gd name="connsiteY15" fmla="*/ 504056 h 864096"/>
              <a:gd name="connsiteX16" fmla="*/ 0 w 2880320"/>
              <a:gd name="connsiteY16" fmla="*/ 0 h 864096"/>
              <a:gd name="connsiteX0" fmla="*/ 0 w 2880320"/>
              <a:gd name="connsiteY0" fmla="*/ 0 h 1099104"/>
              <a:gd name="connsiteX1" fmla="*/ 480053 w 2880320"/>
              <a:gd name="connsiteY1" fmla="*/ 0 h 1099104"/>
              <a:gd name="connsiteX2" fmla="*/ 480053 w 2880320"/>
              <a:gd name="connsiteY2" fmla="*/ 0 h 1099104"/>
              <a:gd name="connsiteX3" fmla="*/ 1200133 w 2880320"/>
              <a:gd name="connsiteY3" fmla="*/ 0 h 1099104"/>
              <a:gd name="connsiteX4" fmla="*/ 2880320 w 2880320"/>
              <a:gd name="connsiteY4" fmla="*/ 0 h 1099104"/>
              <a:gd name="connsiteX5" fmla="*/ 2880320 w 2880320"/>
              <a:gd name="connsiteY5" fmla="*/ 504056 h 1099104"/>
              <a:gd name="connsiteX6" fmla="*/ 2880320 w 2880320"/>
              <a:gd name="connsiteY6" fmla="*/ 504056 h 1099104"/>
              <a:gd name="connsiteX7" fmla="*/ 2880320 w 2880320"/>
              <a:gd name="connsiteY7" fmla="*/ 720080 h 1099104"/>
              <a:gd name="connsiteX8" fmla="*/ 2880320 w 2880320"/>
              <a:gd name="connsiteY8" fmla="*/ 864096 h 1099104"/>
              <a:gd name="connsiteX9" fmla="*/ 1200133 w 2880320"/>
              <a:gd name="connsiteY9" fmla="*/ 864096 h 1099104"/>
              <a:gd name="connsiteX10" fmla="*/ 831635 w 2880320"/>
              <a:gd name="connsiteY10" fmla="*/ 1099104 h 1099104"/>
              <a:gd name="connsiteX11" fmla="*/ 288032 w 2880320"/>
              <a:gd name="connsiteY11" fmla="*/ 864096 h 1099104"/>
              <a:gd name="connsiteX12" fmla="*/ 0 w 2880320"/>
              <a:gd name="connsiteY12" fmla="*/ 864096 h 1099104"/>
              <a:gd name="connsiteX13" fmla="*/ 0 w 2880320"/>
              <a:gd name="connsiteY13" fmla="*/ 720080 h 1099104"/>
              <a:gd name="connsiteX14" fmla="*/ 0 w 2880320"/>
              <a:gd name="connsiteY14" fmla="*/ 504056 h 1099104"/>
              <a:gd name="connsiteX15" fmla="*/ 0 w 2880320"/>
              <a:gd name="connsiteY15" fmla="*/ 504056 h 1099104"/>
              <a:gd name="connsiteX16" fmla="*/ 0 w 2880320"/>
              <a:gd name="connsiteY16" fmla="*/ 0 h 1099104"/>
              <a:gd name="connsiteX0" fmla="*/ 0 w 2880320"/>
              <a:gd name="connsiteY0" fmla="*/ 0 h 1099104"/>
              <a:gd name="connsiteX1" fmla="*/ 480053 w 2880320"/>
              <a:gd name="connsiteY1" fmla="*/ 0 h 1099104"/>
              <a:gd name="connsiteX2" fmla="*/ 480053 w 2880320"/>
              <a:gd name="connsiteY2" fmla="*/ 0 h 1099104"/>
              <a:gd name="connsiteX3" fmla="*/ 1200133 w 2880320"/>
              <a:gd name="connsiteY3" fmla="*/ 0 h 1099104"/>
              <a:gd name="connsiteX4" fmla="*/ 2880320 w 2880320"/>
              <a:gd name="connsiteY4" fmla="*/ 0 h 1099104"/>
              <a:gd name="connsiteX5" fmla="*/ 2880320 w 2880320"/>
              <a:gd name="connsiteY5" fmla="*/ 504056 h 1099104"/>
              <a:gd name="connsiteX6" fmla="*/ 2880320 w 2880320"/>
              <a:gd name="connsiteY6" fmla="*/ 504056 h 1099104"/>
              <a:gd name="connsiteX7" fmla="*/ 2880320 w 2880320"/>
              <a:gd name="connsiteY7" fmla="*/ 720080 h 1099104"/>
              <a:gd name="connsiteX8" fmla="*/ 2880320 w 2880320"/>
              <a:gd name="connsiteY8" fmla="*/ 864096 h 1099104"/>
              <a:gd name="connsiteX9" fmla="*/ 792088 w 2880320"/>
              <a:gd name="connsiteY9" fmla="*/ 864096 h 1099104"/>
              <a:gd name="connsiteX10" fmla="*/ 831635 w 2880320"/>
              <a:gd name="connsiteY10" fmla="*/ 1099104 h 1099104"/>
              <a:gd name="connsiteX11" fmla="*/ 288032 w 2880320"/>
              <a:gd name="connsiteY11" fmla="*/ 864096 h 1099104"/>
              <a:gd name="connsiteX12" fmla="*/ 0 w 2880320"/>
              <a:gd name="connsiteY12" fmla="*/ 864096 h 1099104"/>
              <a:gd name="connsiteX13" fmla="*/ 0 w 2880320"/>
              <a:gd name="connsiteY13" fmla="*/ 720080 h 1099104"/>
              <a:gd name="connsiteX14" fmla="*/ 0 w 2880320"/>
              <a:gd name="connsiteY14" fmla="*/ 504056 h 1099104"/>
              <a:gd name="connsiteX15" fmla="*/ 0 w 2880320"/>
              <a:gd name="connsiteY15" fmla="*/ 504056 h 1099104"/>
              <a:gd name="connsiteX16" fmla="*/ 0 w 2880320"/>
              <a:gd name="connsiteY16" fmla="*/ 0 h 1099104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880320 w 2880320"/>
              <a:gd name="connsiteY4" fmla="*/ 0 h 1080120"/>
              <a:gd name="connsiteX5" fmla="*/ 2880320 w 2880320"/>
              <a:gd name="connsiteY5" fmla="*/ 504056 h 1080120"/>
              <a:gd name="connsiteX6" fmla="*/ 2880320 w 2880320"/>
              <a:gd name="connsiteY6" fmla="*/ 504056 h 1080120"/>
              <a:gd name="connsiteX7" fmla="*/ 2880320 w 2880320"/>
              <a:gd name="connsiteY7" fmla="*/ 720080 h 1080120"/>
              <a:gd name="connsiteX8" fmla="*/ 2880320 w 2880320"/>
              <a:gd name="connsiteY8" fmla="*/ 864096 h 1080120"/>
              <a:gd name="connsiteX9" fmla="*/ 792088 w 2880320"/>
              <a:gd name="connsiteY9" fmla="*/ 864096 h 1080120"/>
              <a:gd name="connsiteX10" fmla="*/ 576064 w 2880320"/>
              <a:gd name="connsiteY10" fmla="*/ 1080120 h 1080120"/>
              <a:gd name="connsiteX11" fmla="*/ 288032 w 2880320"/>
              <a:gd name="connsiteY11" fmla="*/ 864096 h 1080120"/>
              <a:gd name="connsiteX12" fmla="*/ 0 w 2880320"/>
              <a:gd name="connsiteY12" fmla="*/ 864096 h 1080120"/>
              <a:gd name="connsiteX13" fmla="*/ 0 w 2880320"/>
              <a:gd name="connsiteY13" fmla="*/ 720080 h 1080120"/>
              <a:gd name="connsiteX14" fmla="*/ 0 w 2880320"/>
              <a:gd name="connsiteY14" fmla="*/ 504056 h 1080120"/>
              <a:gd name="connsiteX15" fmla="*/ 0 w 2880320"/>
              <a:gd name="connsiteY15" fmla="*/ 504056 h 1080120"/>
              <a:gd name="connsiteX16" fmla="*/ 0 w 2880320"/>
              <a:gd name="connsiteY16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880320 w 2880320"/>
              <a:gd name="connsiteY4" fmla="*/ 0 h 1080120"/>
              <a:gd name="connsiteX5" fmla="*/ 2880320 w 2880320"/>
              <a:gd name="connsiteY5" fmla="*/ 504056 h 1080120"/>
              <a:gd name="connsiteX6" fmla="*/ 2880320 w 2880320"/>
              <a:gd name="connsiteY6" fmla="*/ 504056 h 1080120"/>
              <a:gd name="connsiteX7" fmla="*/ 2880320 w 2880320"/>
              <a:gd name="connsiteY7" fmla="*/ 720080 h 1080120"/>
              <a:gd name="connsiteX8" fmla="*/ 2880320 w 2880320"/>
              <a:gd name="connsiteY8" fmla="*/ 864096 h 1080120"/>
              <a:gd name="connsiteX9" fmla="*/ 792088 w 2880320"/>
              <a:gd name="connsiteY9" fmla="*/ 864096 h 1080120"/>
              <a:gd name="connsiteX10" fmla="*/ 576064 w 2880320"/>
              <a:gd name="connsiteY10" fmla="*/ 1080120 h 1080120"/>
              <a:gd name="connsiteX11" fmla="*/ 360040 w 2880320"/>
              <a:gd name="connsiteY11" fmla="*/ 864096 h 1080120"/>
              <a:gd name="connsiteX12" fmla="*/ 0 w 2880320"/>
              <a:gd name="connsiteY12" fmla="*/ 864096 h 1080120"/>
              <a:gd name="connsiteX13" fmla="*/ 0 w 2880320"/>
              <a:gd name="connsiteY13" fmla="*/ 720080 h 1080120"/>
              <a:gd name="connsiteX14" fmla="*/ 0 w 2880320"/>
              <a:gd name="connsiteY14" fmla="*/ 504056 h 1080120"/>
              <a:gd name="connsiteX15" fmla="*/ 0 w 2880320"/>
              <a:gd name="connsiteY15" fmla="*/ 504056 h 1080120"/>
              <a:gd name="connsiteX16" fmla="*/ 0 w 2880320"/>
              <a:gd name="connsiteY16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880320 w 2880320"/>
              <a:gd name="connsiteY5" fmla="*/ 504056 h 1080120"/>
              <a:gd name="connsiteX6" fmla="*/ 2880320 w 2880320"/>
              <a:gd name="connsiteY6" fmla="*/ 504056 h 1080120"/>
              <a:gd name="connsiteX7" fmla="*/ 2880320 w 2880320"/>
              <a:gd name="connsiteY7" fmla="*/ 720080 h 1080120"/>
              <a:gd name="connsiteX8" fmla="*/ 2880320 w 2880320"/>
              <a:gd name="connsiteY8" fmla="*/ 864096 h 1080120"/>
              <a:gd name="connsiteX9" fmla="*/ 792088 w 2880320"/>
              <a:gd name="connsiteY9" fmla="*/ 864096 h 1080120"/>
              <a:gd name="connsiteX10" fmla="*/ 576064 w 2880320"/>
              <a:gd name="connsiteY10" fmla="*/ 1080120 h 1080120"/>
              <a:gd name="connsiteX11" fmla="*/ 360040 w 2880320"/>
              <a:gd name="connsiteY11" fmla="*/ 864096 h 1080120"/>
              <a:gd name="connsiteX12" fmla="*/ 0 w 2880320"/>
              <a:gd name="connsiteY12" fmla="*/ 864096 h 1080120"/>
              <a:gd name="connsiteX13" fmla="*/ 0 w 2880320"/>
              <a:gd name="connsiteY13" fmla="*/ 720080 h 1080120"/>
              <a:gd name="connsiteX14" fmla="*/ 0 w 2880320"/>
              <a:gd name="connsiteY14" fmla="*/ 504056 h 1080120"/>
              <a:gd name="connsiteX15" fmla="*/ 0 w 2880320"/>
              <a:gd name="connsiteY15" fmla="*/ 504056 h 1080120"/>
              <a:gd name="connsiteX16" fmla="*/ 0 w 2880320"/>
              <a:gd name="connsiteY16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880320 w 2880320"/>
              <a:gd name="connsiteY5" fmla="*/ 504056 h 1080120"/>
              <a:gd name="connsiteX6" fmla="*/ 2736304 w 2880320"/>
              <a:gd name="connsiteY6" fmla="*/ 504056 h 1080120"/>
              <a:gd name="connsiteX7" fmla="*/ 2880320 w 2880320"/>
              <a:gd name="connsiteY7" fmla="*/ 720080 h 1080120"/>
              <a:gd name="connsiteX8" fmla="*/ 2880320 w 2880320"/>
              <a:gd name="connsiteY8" fmla="*/ 864096 h 1080120"/>
              <a:gd name="connsiteX9" fmla="*/ 792088 w 2880320"/>
              <a:gd name="connsiteY9" fmla="*/ 864096 h 1080120"/>
              <a:gd name="connsiteX10" fmla="*/ 576064 w 2880320"/>
              <a:gd name="connsiteY10" fmla="*/ 1080120 h 1080120"/>
              <a:gd name="connsiteX11" fmla="*/ 360040 w 2880320"/>
              <a:gd name="connsiteY11" fmla="*/ 864096 h 1080120"/>
              <a:gd name="connsiteX12" fmla="*/ 0 w 2880320"/>
              <a:gd name="connsiteY12" fmla="*/ 864096 h 1080120"/>
              <a:gd name="connsiteX13" fmla="*/ 0 w 2880320"/>
              <a:gd name="connsiteY13" fmla="*/ 720080 h 1080120"/>
              <a:gd name="connsiteX14" fmla="*/ 0 w 2880320"/>
              <a:gd name="connsiteY14" fmla="*/ 504056 h 1080120"/>
              <a:gd name="connsiteX15" fmla="*/ 0 w 2880320"/>
              <a:gd name="connsiteY15" fmla="*/ 504056 h 1080120"/>
              <a:gd name="connsiteX16" fmla="*/ 0 w 2880320"/>
              <a:gd name="connsiteY16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232248 w 2880320"/>
              <a:gd name="connsiteY5" fmla="*/ 360040 h 1080120"/>
              <a:gd name="connsiteX6" fmla="*/ 2736304 w 2880320"/>
              <a:gd name="connsiteY6" fmla="*/ 504056 h 1080120"/>
              <a:gd name="connsiteX7" fmla="*/ 2880320 w 2880320"/>
              <a:gd name="connsiteY7" fmla="*/ 720080 h 1080120"/>
              <a:gd name="connsiteX8" fmla="*/ 2880320 w 2880320"/>
              <a:gd name="connsiteY8" fmla="*/ 864096 h 1080120"/>
              <a:gd name="connsiteX9" fmla="*/ 792088 w 2880320"/>
              <a:gd name="connsiteY9" fmla="*/ 864096 h 1080120"/>
              <a:gd name="connsiteX10" fmla="*/ 576064 w 2880320"/>
              <a:gd name="connsiteY10" fmla="*/ 1080120 h 1080120"/>
              <a:gd name="connsiteX11" fmla="*/ 360040 w 2880320"/>
              <a:gd name="connsiteY11" fmla="*/ 864096 h 1080120"/>
              <a:gd name="connsiteX12" fmla="*/ 0 w 2880320"/>
              <a:gd name="connsiteY12" fmla="*/ 864096 h 1080120"/>
              <a:gd name="connsiteX13" fmla="*/ 0 w 2880320"/>
              <a:gd name="connsiteY13" fmla="*/ 720080 h 1080120"/>
              <a:gd name="connsiteX14" fmla="*/ 0 w 2880320"/>
              <a:gd name="connsiteY14" fmla="*/ 504056 h 1080120"/>
              <a:gd name="connsiteX15" fmla="*/ 0 w 2880320"/>
              <a:gd name="connsiteY15" fmla="*/ 504056 h 1080120"/>
              <a:gd name="connsiteX16" fmla="*/ 0 w 2880320"/>
              <a:gd name="connsiteY16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232248 w 2880320"/>
              <a:gd name="connsiteY5" fmla="*/ 360040 h 1080120"/>
              <a:gd name="connsiteX6" fmla="*/ 2880320 w 2880320"/>
              <a:gd name="connsiteY6" fmla="*/ 360040 h 1080120"/>
              <a:gd name="connsiteX7" fmla="*/ 2880320 w 2880320"/>
              <a:gd name="connsiteY7" fmla="*/ 720080 h 1080120"/>
              <a:gd name="connsiteX8" fmla="*/ 2880320 w 2880320"/>
              <a:gd name="connsiteY8" fmla="*/ 864096 h 1080120"/>
              <a:gd name="connsiteX9" fmla="*/ 792088 w 2880320"/>
              <a:gd name="connsiteY9" fmla="*/ 864096 h 1080120"/>
              <a:gd name="connsiteX10" fmla="*/ 576064 w 2880320"/>
              <a:gd name="connsiteY10" fmla="*/ 1080120 h 1080120"/>
              <a:gd name="connsiteX11" fmla="*/ 360040 w 2880320"/>
              <a:gd name="connsiteY11" fmla="*/ 864096 h 1080120"/>
              <a:gd name="connsiteX12" fmla="*/ 0 w 2880320"/>
              <a:gd name="connsiteY12" fmla="*/ 864096 h 1080120"/>
              <a:gd name="connsiteX13" fmla="*/ 0 w 2880320"/>
              <a:gd name="connsiteY13" fmla="*/ 720080 h 1080120"/>
              <a:gd name="connsiteX14" fmla="*/ 0 w 2880320"/>
              <a:gd name="connsiteY14" fmla="*/ 504056 h 1080120"/>
              <a:gd name="connsiteX15" fmla="*/ 0 w 2880320"/>
              <a:gd name="connsiteY15" fmla="*/ 504056 h 1080120"/>
              <a:gd name="connsiteX16" fmla="*/ 0 w 2880320"/>
              <a:gd name="connsiteY16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232248 w 2880320"/>
              <a:gd name="connsiteY5" fmla="*/ 360040 h 1080120"/>
              <a:gd name="connsiteX6" fmla="*/ 2880320 w 2880320"/>
              <a:gd name="connsiteY6" fmla="*/ 720080 h 1080120"/>
              <a:gd name="connsiteX7" fmla="*/ 2880320 w 2880320"/>
              <a:gd name="connsiteY7" fmla="*/ 864096 h 1080120"/>
              <a:gd name="connsiteX8" fmla="*/ 792088 w 2880320"/>
              <a:gd name="connsiteY8" fmla="*/ 864096 h 1080120"/>
              <a:gd name="connsiteX9" fmla="*/ 576064 w 2880320"/>
              <a:gd name="connsiteY9" fmla="*/ 1080120 h 1080120"/>
              <a:gd name="connsiteX10" fmla="*/ 360040 w 2880320"/>
              <a:gd name="connsiteY10" fmla="*/ 864096 h 1080120"/>
              <a:gd name="connsiteX11" fmla="*/ 0 w 2880320"/>
              <a:gd name="connsiteY11" fmla="*/ 864096 h 1080120"/>
              <a:gd name="connsiteX12" fmla="*/ 0 w 2880320"/>
              <a:gd name="connsiteY12" fmla="*/ 720080 h 1080120"/>
              <a:gd name="connsiteX13" fmla="*/ 0 w 2880320"/>
              <a:gd name="connsiteY13" fmla="*/ 504056 h 1080120"/>
              <a:gd name="connsiteX14" fmla="*/ 0 w 2880320"/>
              <a:gd name="connsiteY14" fmla="*/ 504056 h 1080120"/>
              <a:gd name="connsiteX15" fmla="*/ 0 w 2880320"/>
              <a:gd name="connsiteY15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232248 w 2880320"/>
              <a:gd name="connsiteY5" fmla="*/ 360040 h 1080120"/>
              <a:gd name="connsiteX6" fmla="*/ 2880320 w 2880320"/>
              <a:gd name="connsiteY6" fmla="*/ 864096 h 1080120"/>
              <a:gd name="connsiteX7" fmla="*/ 792088 w 2880320"/>
              <a:gd name="connsiteY7" fmla="*/ 864096 h 1080120"/>
              <a:gd name="connsiteX8" fmla="*/ 576064 w 2880320"/>
              <a:gd name="connsiteY8" fmla="*/ 1080120 h 1080120"/>
              <a:gd name="connsiteX9" fmla="*/ 360040 w 2880320"/>
              <a:gd name="connsiteY9" fmla="*/ 864096 h 1080120"/>
              <a:gd name="connsiteX10" fmla="*/ 0 w 2880320"/>
              <a:gd name="connsiteY10" fmla="*/ 864096 h 1080120"/>
              <a:gd name="connsiteX11" fmla="*/ 0 w 2880320"/>
              <a:gd name="connsiteY11" fmla="*/ 720080 h 1080120"/>
              <a:gd name="connsiteX12" fmla="*/ 0 w 2880320"/>
              <a:gd name="connsiteY12" fmla="*/ 504056 h 1080120"/>
              <a:gd name="connsiteX13" fmla="*/ 0 w 2880320"/>
              <a:gd name="connsiteY13" fmla="*/ 504056 h 1080120"/>
              <a:gd name="connsiteX14" fmla="*/ 0 w 2880320"/>
              <a:gd name="connsiteY14" fmla="*/ 0 h 1080120"/>
              <a:gd name="connsiteX0" fmla="*/ 0 w 2880320"/>
              <a:gd name="connsiteY0" fmla="*/ 0 h 1080120"/>
              <a:gd name="connsiteX1" fmla="*/ 480053 w 2880320"/>
              <a:gd name="connsiteY1" fmla="*/ 0 h 1080120"/>
              <a:gd name="connsiteX2" fmla="*/ 480053 w 2880320"/>
              <a:gd name="connsiteY2" fmla="*/ 0 h 1080120"/>
              <a:gd name="connsiteX3" fmla="*/ 1200133 w 2880320"/>
              <a:gd name="connsiteY3" fmla="*/ 0 h 1080120"/>
              <a:gd name="connsiteX4" fmla="*/ 2736304 w 2880320"/>
              <a:gd name="connsiteY4" fmla="*/ 0 h 1080120"/>
              <a:gd name="connsiteX5" fmla="*/ 2880320 w 2880320"/>
              <a:gd name="connsiteY5" fmla="*/ 864096 h 1080120"/>
              <a:gd name="connsiteX6" fmla="*/ 792088 w 2880320"/>
              <a:gd name="connsiteY6" fmla="*/ 864096 h 1080120"/>
              <a:gd name="connsiteX7" fmla="*/ 576064 w 2880320"/>
              <a:gd name="connsiteY7" fmla="*/ 1080120 h 1080120"/>
              <a:gd name="connsiteX8" fmla="*/ 360040 w 2880320"/>
              <a:gd name="connsiteY8" fmla="*/ 864096 h 1080120"/>
              <a:gd name="connsiteX9" fmla="*/ 0 w 2880320"/>
              <a:gd name="connsiteY9" fmla="*/ 864096 h 1080120"/>
              <a:gd name="connsiteX10" fmla="*/ 0 w 2880320"/>
              <a:gd name="connsiteY10" fmla="*/ 720080 h 1080120"/>
              <a:gd name="connsiteX11" fmla="*/ 0 w 2880320"/>
              <a:gd name="connsiteY11" fmla="*/ 504056 h 1080120"/>
              <a:gd name="connsiteX12" fmla="*/ 0 w 2880320"/>
              <a:gd name="connsiteY12" fmla="*/ 504056 h 1080120"/>
              <a:gd name="connsiteX13" fmla="*/ 0 w 2880320"/>
              <a:gd name="connsiteY13" fmla="*/ 0 h 1080120"/>
              <a:gd name="connsiteX0" fmla="*/ 0 w 2736304"/>
              <a:gd name="connsiteY0" fmla="*/ 0 h 1080120"/>
              <a:gd name="connsiteX1" fmla="*/ 480053 w 2736304"/>
              <a:gd name="connsiteY1" fmla="*/ 0 h 1080120"/>
              <a:gd name="connsiteX2" fmla="*/ 480053 w 2736304"/>
              <a:gd name="connsiteY2" fmla="*/ 0 h 1080120"/>
              <a:gd name="connsiteX3" fmla="*/ 1200133 w 2736304"/>
              <a:gd name="connsiteY3" fmla="*/ 0 h 1080120"/>
              <a:gd name="connsiteX4" fmla="*/ 2736304 w 2736304"/>
              <a:gd name="connsiteY4" fmla="*/ 0 h 1080120"/>
              <a:gd name="connsiteX5" fmla="*/ 2736304 w 2736304"/>
              <a:gd name="connsiteY5" fmla="*/ 864096 h 1080120"/>
              <a:gd name="connsiteX6" fmla="*/ 792088 w 2736304"/>
              <a:gd name="connsiteY6" fmla="*/ 864096 h 1080120"/>
              <a:gd name="connsiteX7" fmla="*/ 576064 w 2736304"/>
              <a:gd name="connsiteY7" fmla="*/ 1080120 h 1080120"/>
              <a:gd name="connsiteX8" fmla="*/ 360040 w 2736304"/>
              <a:gd name="connsiteY8" fmla="*/ 864096 h 1080120"/>
              <a:gd name="connsiteX9" fmla="*/ 0 w 2736304"/>
              <a:gd name="connsiteY9" fmla="*/ 864096 h 1080120"/>
              <a:gd name="connsiteX10" fmla="*/ 0 w 2736304"/>
              <a:gd name="connsiteY10" fmla="*/ 720080 h 1080120"/>
              <a:gd name="connsiteX11" fmla="*/ 0 w 2736304"/>
              <a:gd name="connsiteY11" fmla="*/ 504056 h 1080120"/>
              <a:gd name="connsiteX12" fmla="*/ 0 w 2736304"/>
              <a:gd name="connsiteY12" fmla="*/ 504056 h 1080120"/>
              <a:gd name="connsiteX13" fmla="*/ 0 w 2736304"/>
              <a:gd name="connsiteY13" fmla="*/ 0 h 1080120"/>
              <a:gd name="connsiteX0" fmla="*/ 0 w 2736304"/>
              <a:gd name="connsiteY0" fmla="*/ 0 h 1080120"/>
              <a:gd name="connsiteX1" fmla="*/ 480053 w 2736304"/>
              <a:gd name="connsiteY1" fmla="*/ 0 h 1080120"/>
              <a:gd name="connsiteX2" fmla="*/ 480053 w 2736304"/>
              <a:gd name="connsiteY2" fmla="*/ 0 h 1080120"/>
              <a:gd name="connsiteX3" fmla="*/ 1200133 w 2736304"/>
              <a:gd name="connsiteY3" fmla="*/ 0 h 1080120"/>
              <a:gd name="connsiteX4" fmla="*/ 2736304 w 2736304"/>
              <a:gd name="connsiteY4" fmla="*/ 0 h 1080120"/>
              <a:gd name="connsiteX5" fmla="*/ 2736304 w 2736304"/>
              <a:gd name="connsiteY5" fmla="*/ 864096 h 1080120"/>
              <a:gd name="connsiteX6" fmla="*/ 792088 w 2736304"/>
              <a:gd name="connsiteY6" fmla="*/ 864096 h 1080120"/>
              <a:gd name="connsiteX7" fmla="*/ 576064 w 2736304"/>
              <a:gd name="connsiteY7" fmla="*/ 1080120 h 1080120"/>
              <a:gd name="connsiteX8" fmla="*/ 360040 w 2736304"/>
              <a:gd name="connsiteY8" fmla="*/ 864096 h 1080120"/>
              <a:gd name="connsiteX9" fmla="*/ 0 w 2736304"/>
              <a:gd name="connsiteY9" fmla="*/ 864096 h 1080120"/>
              <a:gd name="connsiteX10" fmla="*/ 0 w 2736304"/>
              <a:gd name="connsiteY10" fmla="*/ 504056 h 1080120"/>
              <a:gd name="connsiteX11" fmla="*/ 0 w 2736304"/>
              <a:gd name="connsiteY11" fmla="*/ 504056 h 1080120"/>
              <a:gd name="connsiteX12" fmla="*/ 0 w 2736304"/>
              <a:gd name="connsiteY12" fmla="*/ 0 h 1080120"/>
              <a:gd name="connsiteX0" fmla="*/ 0 w 2736304"/>
              <a:gd name="connsiteY0" fmla="*/ 0 h 1080120"/>
              <a:gd name="connsiteX1" fmla="*/ 480053 w 2736304"/>
              <a:gd name="connsiteY1" fmla="*/ 0 h 1080120"/>
              <a:gd name="connsiteX2" fmla="*/ 480053 w 2736304"/>
              <a:gd name="connsiteY2" fmla="*/ 0 h 1080120"/>
              <a:gd name="connsiteX3" fmla="*/ 1200133 w 2736304"/>
              <a:gd name="connsiteY3" fmla="*/ 0 h 1080120"/>
              <a:gd name="connsiteX4" fmla="*/ 2736304 w 2736304"/>
              <a:gd name="connsiteY4" fmla="*/ 0 h 1080120"/>
              <a:gd name="connsiteX5" fmla="*/ 2736304 w 2736304"/>
              <a:gd name="connsiteY5" fmla="*/ 864096 h 1080120"/>
              <a:gd name="connsiteX6" fmla="*/ 792088 w 2736304"/>
              <a:gd name="connsiteY6" fmla="*/ 864096 h 1080120"/>
              <a:gd name="connsiteX7" fmla="*/ 576064 w 2736304"/>
              <a:gd name="connsiteY7" fmla="*/ 1080120 h 1080120"/>
              <a:gd name="connsiteX8" fmla="*/ 360040 w 2736304"/>
              <a:gd name="connsiteY8" fmla="*/ 864096 h 1080120"/>
              <a:gd name="connsiteX9" fmla="*/ 0 w 2736304"/>
              <a:gd name="connsiteY9" fmla="*/ 864096 h 1080120"/>
              <a:gd name="connsiteX10" fmla="*/ 0 w 2736304"/>
              <a:gd name="connsiteY10" fmla="*/ 504056 h 1080120"/>
              <a:gd name="connsiteX11" fmla="*/ 0 w 2736304"/>
              <a:gd name="connsiteY11" fmla="*/ 0 h 1080120"/>
              <a:gd name="connsiteX0" fmla="*/ 0 w 2736304"/>
              <a:gd name="connsiteY0" fmla="*/ 0 h 1080120"/>
              <a:gd name="connsiteX1" fmla="*/ 480053 w 2736304"/>
              <a:gd name="connsiteY1" fmla="*/ 0 h 1080120"/>
              <a:gd name="connsiteX2" fmla="*/ 480053 w 2736304"/>
              <a:gd name="connsiteY2" fmla="*/ 0 h 1080120"/>
              <a:gd name="connsiteX3" fmla="*/ 1200133 w 2736304"/>
              <a:gd name="connsiteY3" fmla="*/ 0 h 1080120"/>
              <a:gd name="connsiteX4" fmla="*/ 2736304 w 2736304"/>
              <a:gd name="connsiteY4" fmla="*/ 0 h 1080120"/>
              <a:gd name="connsiteX5" fmla="*/ 2736304 w 2736304"/>
              <a:gd name="connsiteY5" fmla="*/ 864096 h 1080120"/>
              <a:gd name="connsiteX6" fmla="*/ 792088 w 2736304"/>
              <a:gd name="connsiteY6" fmla="*/ 864096 h 1080120"/>
              <a:gd name="connsiteX7" fmla="*/ 576064 w 2736304"/>
              <a:gd name="connsiteY7" fmla="*/ 1080120 h 1080120"/>
              <a:gd name="connsiteX8" fmla="*/ 360040 w 2736304"/>
              <a:gd name="connsiteY8" fmla="*/ 864096 h 1080120"/>
              <a:gd name="connsiteX9" fmla="*/ 0 w 2736304"/>
              <a:gd name="connsiteY9" fmla="*/ 864096 h 1080120"/>
              <a:gd name="connsiteX10" fmla="*/ 0 w 2736304"/>
              <a:gd name="connsiteY10" fmla="*/ 0 h 1080120"/>
              <a:gd name="connsiteX0" fmla="*/ 0 w 2736304"/>
              <a:gd name="connsiteY0" fmla="*/ 0 h 1080120"/>
              <a:gd name="connsiteX1" fmla="*/ 480053 w 2736304"/>
              <a:gd name="connsiteY1" fmla="*/ 0 h 1080120"/>
              <a:gd name="connsiteX2" fmla="*/ 480053 w 2736304"/>
              <a:gd name="connsiteY2" fmla="*/ 0 h 1080120"/>
              <a:gd name="connsiteX3" fmla="*/ 2736304 w 2736304"/>
              <a:gd name="connsiteY3" fmla="*/ 0 h 1080120"/>
              <a:gd name="connsiteX4" fmla="*/ 2736304 w 2736304"/>
              <a:gd name="connsiteY4" fmla="*/ 864096 h 1080120"/>
              <a:gd name="connsiteX5" fmla="*/ 792088 w 2736304"/>
              <a:gd name="connsiteY5" fmla="*/ 864096 h 1080120"/>
              <a:gd name="connsiteX6" fmla="*/ 576064 w 2736304"/>
              <a:gd name="connsiteY6" fmla="*/ 1080120 h 1080120"/>
              <a:gd name="connsiteX7" fmla="*/ 360040 w 2736304"/>
              <a:gd name="connsiteY7" fmla="*/ 864096 h 1080120"/>
              <a:gd name="connsiteX8" fmla="*/ 0 w 2736304"/>
              <a:gd name="connsiteY8" fmla="*/ 864096 h 1080120"/>
              <a:gd name="connsiteX9" fmla="*/ 0 w 2736304"/>
              <a:gd name="connsiteY9" fmla="*/ 0 h 1080120"/>
              <a:gd name="connsiteX0" fmla="*/ 0 w 2736304"/>
              <a:gd name="connsiteY0" fmla="*/ 0 h 1080120"/>
              <a:gd name="connsiteX1" fmla="*/ 480053 w 2736304"/>
              <a:gd name="connsiteY1" fmla="*/ 0 h 1080120"/>
              <a:gd name="connsiteX2" fmla="*/ 2736304 w 2736304"/>
              <a:gd name="connsiteY2" fmla="*/ 0 h 1080120"/>
              <a:gd name="connsiteX3" fmla="*/ 2736304 w 2736304"/>
              <a:gd name="connsiteY3" fmla="*/ 864096 h 1080120"/>
              <a:gd name="connsiteX4" fmla="*/ 792088 w 2736304"/>
              <a:gd name="connsiteY4" fmla="*/ 864096 h 1080120"/>
              <a:gd name="connsiteX5" fmla="*/ 576064 w 2736304"/>
              <a:gd name="connsiteY5" fmla="*/ 1080120 h 1080120"/>
              <a:gd name="connsiteX6" fmla="*/ 360040 w 2736304"/>
              <a:gd name="connsiteY6" fmla="*/ 864096 h 1080120"/>
              <a:gd name="connsiteX7" fmla="*/ 0 w 2736304"/>
              <a:gd name="connsiteY7" fmla="*/ 864096 h 1080120"/>
              <a:gd name="connsiteX8" fmla="*/ 0 w 2736304"/>
              <a:gd name="connsiteY8" fmla="*/ 0 h 1080120"/>
              <a:gd name="connsiteX0" fmla="*/ 0 w 2736304"/>
              <a:gd name="connsiteY0" fmla="*/ 0 h 1080120"/>
              <a:gd name="connsiteX1" fmla="*/ 2736304 w 2736304"/>
              <a:gd name="connsiteY1" fmla="*/ 0 h 1080120"/>
              <a:gd name="connsiteX2" fmla="*/ 2736304 w 2736304"/>
              <a:gd name="connsiteY2" fmla="*/ 864096 h 1080120"/>
              <a:gd name="connsiteX3" fmla="*/ 792088 w 2736304"/>
              <a:gd name="connsiteY3" fmla="*/ 864096 h 1080120"/>
              <a:gd name="connsiteX4" fmla="*/ 576064 w 2736304"/>
              <a:gd name="connsiteY4" fmla="*/ 1080120 h 1080120"/>
              <a:gd name="connsiteX5" fmla="*/ 360040 w 2736304"/>
              <a:gd name="connsiteY5" fmla="*/ 864096 h 1080120"/>
              <a:gd name="connsiteX6" fmla="*/ 0 w 2736304"/>
              <a:gd name="connsiteY6" fmla="*/ 864096 h 1080120"/>
              <a:gd name="connsiteX7" fmla="*/ 0 w 2736304"/>
              <a:gd name="connsiteY7" fmla="*/ 0 h 1080120"/>
              <a:gd name="connsiteX0" fmla="*/ 0 w 2736304"/>
              <a:gd name="connsiteY0" fmla="*/ 0 h 1080120"/>
              <a:gd name="connsiteX1" fmla="*/ 2736304 w 2736304"/>
              <a:gd name="connsiteY1" fmla="*/ 0 h 1080120"/>
              <a:gd name="connsiteX2" fmla="*/ 2736304 w 2736304"/>
              <a:gd name="connsiteY2" fmla="*/ 864096 h 1080120"/>
              <a:gd name="connsiteX3" fmla="*/ 792088 w 2736304"/>
              <a:gd name="connsiteY3" fmla="*/ 864096 h 1080120"/>
              <a:gd name="connsiteX4" fmla="*/ 576064 w 2736304"/>
              <a:gd name="connsiteY4" fmla="*/ 1080120 h 1080120"/>
              <a:gd name="connsiteX5" fmla="*/ 360040 w 2736304"/>
              <a:gd name="connsiteY5" fmla="*/ 864096 h 1080120"/>
              <a:gd name="connsiteX6" fmla="*/ 0 w 2736304"/>
              <a:gd name="connsiteY6" fmla="*/ 864096 h 1080120"/>
              <a:gd name="connsiteX7" fmla="*/ 0 w 2736304"/>
              <a:gd name="connsiteY7" fmla="*/ 0 h 1080120"/>
              <a:gd name="connsiteX0" fmla="*/ 0 w 2736304"/>
              <a:gd name="connsiteY0" fmla="*/ 216024 h 1080120"/>
              <a:gd name="connsiteX1" fmla="*/ 2736304 w 2736304"/>
              <a:gd name="connsiteY1" fmla="*/ 0 h 1080120"/>
              <a:gd name="connsiteX2" fmla="*/ 2736304 w 2736304"/>
              <a:gd name="connsiteY2" fmla="*/ 864096 h 1080120"/>
              <a:gd name="connsiteX3" fmla="*/ 792088 w 2736304"/>
              <a:gd name="connsiteY3" fmla="*/ 864096 h 1080120"/>
              <a:gd name="connsiteX4" fmla="*/ 576064 w 2736304"/>
              <a:gd name="connsiteY4" fmla="*/ 1080120 h 1080120"/>
              <a:gd name="connsiteX5" fmla="*/ 360040 w 2736304"/>
              <a:gd name="connsiteY5" fmla="*/ 864096 h 1080120"/>
              <a:gd name="connsiteX6" fmla="*/ 0 w 2736304"/>
              <a:gd name="connsiteY6" fmla="*/ 864096 h 1080120"/>
              <a:gd name="connsiteX7" fmla="*/ 0 w 2736304"/>
              <a:gd name="connsiteY7" fmla="*/ 216024 h 1080120"/>
              <a:gd name="connsiteX0" fmla="*/ 0 w 2736304"/>
              <a:gd name="connsiteY0" fmla="*/ 0 h 864096"/>
              <a:gd name="connsiteX1" fmla="*/ 2736304 w 2736304"/>
              <a:gd name="connsiteY1" fmla="*/ 0 h 864096"/>
              <a:gd name="connsiteX2" fmla="*/ 2736304 w 2736304"/>
              <a:gd name="connsiteY2" fmla="*/ 648072 h 864096"/>
              <a:gd name="connsiteX3" fmla="*/ 792088 w 2736304"/>
              <a:gd name="connsiteY3" fmla="*/ 648072 h 864096"/>
              <a:gd name="connsiteX4" fmla="*/ 576064 w 2736304"/>
              <a:gd name="connsiteY4" fmla="*/ 864096 h 864096"/>
              <a:gd name="connsiteX5" fmla="*/ 360040 w 2736304"/>
              <a:gd name="connsiteY5" fmla="*/ 648072 h 864096"/>
              <a:gd name="connsiteX6" fmla="*/ 0 w 2736304"/>
              <a:gd name="connsiteY6" fmla="*/ 648072 h 864096"/>
              <a:gd name="connsiteX7" fmla="*/ 0 w 2736304"/>
              <a:gd name="connsiteY7" fmla="*/ 0 h 864096"/>
              <a:gd name="connsiteX0" fmla="*/ 0 w 4104456"/>
              <a:gd name="connsiteY0" fmla="*/ 0 h 864096"/>
              <a:gd name="connsiteX1" fmla="*/ 4104456 w 4104456"/>
              <a:gd name="connsiteY1" fmla="*/ 0 h 864096"/>
              <a:gd name="connsiteX2" fmla="*/ 2736304 w 4104456"/>
              <a:gd name="connsiteY2" fmla="*/ 648072 h 864096"/>
              <a:gd name="connsiteX3" fmla="*/ 792088 w 4104456"/>
              <a:gd name="connsiteY3" fmla="*/ 648072 h 864096"/>
              <a:gd name="connsiteX4" fmla="*/ 576064 w 4104456"/>
              <a:gd name="connsiteY4" fmla="*/ 864096 h 864096"/>
              <a:gd name="connsiteX5" fmla="*/ 360040 w 4104456"/>
              <a:gd name="connsiteY5" fmla="*/ 648072 h 864096"/>
              <a:gd name="connsiteX6" fmla="*/ 0 w 4104456"/>
              <a:gd name="connsiteY6" fmla="*/ 648072 h 864096"/>
              <a:gd name="connsiteX7" fmla="*/ 0 w 4104456"/>
              <a:gd name="connsiteY7" fmla="*/ 0 h 864096"/>
              <a:gd name="connsiteX0" fmla="*/ 0 w 4104456"/>
              <a:gd name="connsiteY0" fmla="*/ 0 h 864096"/>
              <a:gd name="connsiteX1" fmla="*/ 4104456 w 4104456"/>
              <a:gd name="connsiteY1" fmla="*/ 0 h 864096"/>
              <a:gd name="connsiteX2" fmla="*/ 4104456 w 4104456"/>
              <a:gd name="connsiteY2" fmla="*/ 648072 h 864096"/>
              <a:gd name="connsiteX3" fmla="*/ 792088 w 4104456"/>
              <a:gd name="connsiteY3" fmla="*/ 648072 h 864096"/>
              <a:gd name="connsiteX4" fmla="*/ 576064 w 4104456"/>
              <a:gd name="connsiteY4" fmla="*/ 864096 h 864096"/>
              <a:gd name="connsiteX5" fmla="*/ 360040 w 4104456"/>
              <a:gd name="connsiteY5" fmla="*/ 648072 h 864096"/>
              <a:gd name="connsiteX6" fmla="*/ 0 w 4104456"/>
              <a:gd name="connsiteY6" fmla="*/ 648072 h 864096"/>
              <a:gd name="connsiteX7" fmla="*/ 0 w 4104456"/>
              <a:gd name="connsiteY7" fmla="*/ 0 h 864096"/>
              <a:gd name="connsiteX0" fmla="*/ 0 w 4104456"/>
              <a:gd name="connsiteY0" fmla="*/ 0 h 864096"/>
              <a:gd name="connsiteX1" fmla="*/ 936104 w 4104456"/>
              <a:gd name="connsiteY1" fmla="*/ 0 h 864096"/>
              <a:gd name="connsiteX2" fmla="*/ 4104456 w 4104456"/>
              <a:gd name="connsiteY2" fmla="*/ 648072 h 864096"/>
              <a:gd name="connsiteX3" fmla="*/ 792088 w 4104456"/>
              <a:gd name="connsiteY3" fmla="*/ 648072 h 864096"/>
              <a:gd name="connsiteX4" fmla="*/ 576064 w 4104456"/>
              <a:gd name="connsiteY4" fmla="*/ 864096 h 864096"/>
              <a:gd name="connsiteX5" fmla="*/ 360040 w 4104456"/>
              <a:gd name="connsiteY5" fmla="*/ 648072 h 864096"/>
              <a:gd name="connsiteX6" fmla="*/ 0 w 4104456"/>
              <a:gd name="connsiteY6" fmla="*/ 648072 h 864096"/>
              <a:gd name="connsiteX7" fmla="*/ 0 w 4104456"/>
              <a:gd name="connsiteY7" fmla="*/ 0 h 864096"/>
              <a:gd name="connsiteX0" fmla="*/ 0 w 1080120"/>
              <a:gd name="connsiteY0" fmla="*/ 0 h 864096"/>
              <a:gd name="connsiteX1" fmla="*/ 936104 w 1080120"/>
              <a:gd name="connsiteY1" fmla="*/ 0 h 864096"/>
              <a:gd name="connsiteX2" fmla="*/ 1080120 w 1080120"/>
              <a:gd name="connsiteY2" fmla="*/ 648072 h 864096"/>
              <a:gd name="connsiteX3" fmla="*/ 792088 w 1080120"/>
              <a:gd name="connsiteY3" fmla="*/ 648072 h 864096"/>
              <a:gd name="connsiteX4" fmla="*/ 576064 w 1080120"/>
              <a:gd name="connsiteY4" fmla="*/ 864096 h 864096"/>
              <a:gd name="connsiteX5" fmla="*/ 360040 w 1080120"/>
              <a:gd name="connsiteY5" fmla="*/ 648072 h 864096"/>
              <a:gd name="connsiteX6" fmla="*/ 0 w 1080120"/>
              <a:gd name="connsiteY6" fmla="*/ 648072 h 864096"/>
              <a:gd name="connsiteX7" fmla="*/ 0 w 1080120"/>
              <a:gd name="connsiteY7" fmla="*/ 0 h 864096"/>
              <a:gd name="connsiteX0" fmla="*/ 0 w 1080120"/>
              <a:gd name="connsiteY0" fmla="*/ 0 h 864096"/>
              <a:gd name="connsiteX1" fmla="*/ 1080120 w 1080120"/>
              <a:gd name="connsiteY1" fmla="*/ 0 h 864096"/>
              <a:gd name="connsiteX2" fmla="*/ 1080120 w 1080120"/>
              <a:gd name="connsiteY2" fmla="*/ 648072 h 864096"/>
              <a:gd name="connsiteX3" fmla="*/ 792088 w 1080120"/>
              <a:gd name="connsiteY3" fmla="*/ 648072 h 864096"/>
              <a:gd name="connsiteX4" fmla="*/ 576064 w 1080120"/>
              <a:gd name="connsiteY4" fmla="*/ 864096 h 864096"/>
              <a:gd name="connsiteX5" fmla="*/ 360040 w 1080120"/>
              <a:gd name="connsiteY5" fmla="*/ 648072 h 864096"/>
              <a:gd name="connsiteX6" fmla="*/ 0 w 1080120"/>
              <a:gd name="connsiteY6" fmla="*/ 648072 h 864096"/>
              <a:gd name="connsiteX7" fmla="*/ 0 w 1080120"/>
              <a:gd name="connsiteY7" fmla="*/ 0 h 864096"/>
              <a:gd name="connsiteX0" fmla="*/ 0 w 1080120"/>
              <a:gd name="connsiteY0" fmla="*/ 0 h 864096"/>
              <a:gd name="connsiteX1" fmla="*/ 1080120 w 1080120"/>
              <a:gd name="connsiteY1" fmla="*/ 0 h 864096"/>
              <a:gd name="connsiteX2" fmla="*/ 1080120 w 1080120"/>
              <a:gd name="connsiteY2" fmla="*/ 648072 h 864096"/>
              <a:gd name="connsiteX3" fmla="*/ 792088 w 1080120"/>
              <a:gd name="connsiteY3" fmla="*/ 648072 h 864096"/>
              <a:gd name="connsiteX4" fmla="*/ 576064 w 1080120"/>
              <a:gd name="connsiteY4" fmla="*/ 864096 h 864096"/>
              <a:gd name="connsiteX5" fmla="*/ 288032 w 1080120"/>
              <a:gd name="connsiteY5" fmla="*/ 648072 h 864096"/>
              <a:gd name="connsiteX6" fmla="*/ 0 w 1080120"/>
              <a:gd name="connsiteY6" fmla="*/ 648072 h 864096"/>
              <a:gd name="connsiteX7" fmla="*/ 0 w 1080120"/>
              <a:gd name="connsiteY7" fmla="*/ 0 h 864096"/>
              <a:gd name="connsiteX0" fmla="*/ 0 w 1080120"/>
              <a:gd name="connsiteY0" fmla="*/ 0 h 864096"/>
              <a:gd name="connsiteX1" fmla="*/ 1080120 w 1080120"/>
              <a:gd name="connsiteY1" fmla="*/ 0 h 864096"/>
              <a:gd name="connsiteX2" fmla="*/ 1080120 w 1080120"/>
              <a:gd name="connsiteY2" fmla="*/ 648072 h 864096"/>
              <a:gd name="connsiteX3" fmla="*/ 792088 w 1080120"/>
              <a:gd name="connsiteY3" fmla="*/ 648072 h 864096"/>
              <a:gd name="connsiteX4" fmla="*/ 504056 w 1080120"/>
              <a:gd name="connsiteY4" fmla="*/ 864096 h 864096"/>
              <a:gd name="connsiteX5" fmla="*/ 288032 w 1080120"/>
              <a:gd name="connsiteY5" fmla="*/ 648072 h 864096"/>
              <a:gd name="connsiteX6" fmla="*/ 0 w 1080120"/>
              <a:gd name="connsiteY6" fmla="*/ 648072 h 864096"/>
              <a:gd name="connsiteX7" fmla="*/ 0 w 1080120"/>
              <a:gd name="connsiteY7" fmla="*/ 0 h 864096"/>
              <a:gd name="connsiteX0" fmla="*/ 0 w 1080120"/>
              <a:gd name="connsiteY0" fmla="*/ 0 h 864096"/>
              <a:gd name="connsiteX1" fmla="*/ 1080120 w 1080120"/>
              <a:gd name="connsiteY1" fmla="*/ 0 h 864096"/>
              <a:gd name="connsiteX2" fmla="*/ 1080120 w 1080120"/>
              <a:gd name="connsiteY2" fmla="*/ 648072 h 864096"/>
              <a:gd name="connsiteX3" fmla="*/ 720080 w 1080120"/>
              <a:gd name="connsiteY3" fmla="*/ 648072 h 864096"/>
              <a:gd name="connsiteX4" fmla="*/ 504056 w 1080120"/>
              <a:gd name="connsiteY4" fmla="*/ 864096 h 864096"/>
              <a:gd name="connsiteX5" fmla="*/ 288032 w 1080120"/>
              <a:gd name="connsiteY5" fmla="*/ 648072 h 864096"/>
              <a:gd name="connsiteX6" fmla="*/ 0 w 1080120"/>
              <a:gd name="connsiteY6" fmla="*/ 648072 h 864096"/>
              <a:gd name="connsiteX7" fmla="*/ 0 w 1080120"/>
              <a:gd name="connsiteY7" fmla="*/ 0 h 864096"/>
              <a:gd name="connsiteX0" fmla="*/ 0 w 1080120"/>
              <a:gd name="connsiteY0" fmla="*/ 0 h 864096"/>
              <a:gd name="connsiteX1" fmla="*/ 1080120 w 1080120"/>
              <a:gd name="connsiteY1" fmla="*/ 0 h 864096"/>
              <a:gd name="connsiteX2" fmla="*/ 1008112 w 1080120"/>
              <a:gd name="connsiteY2" fmla="*/ 648072 h 864096"/>
              <a:gd name="connsiteX3" fmla="*/ 720080 w 1080120"/>
              <a:gd name="connsiteY3" fmla="*/ 648072 h 864096"/>
              <a:gd name="connsiteX4" fmla="*/ 504056 w 1080120"/>
              <a:gd name="connsiteY4" fmla="*/ 864096 h 864096"/>
              <a:gd name="connsiteX5" fmla="*/ 288032 w 1080120"/>
              <a:gd name="connsiteY5" fmla="*/ 648072 h 864096"/>
              <a:gd name="connsiteX6" fmla="*/ 0 w 1080120"/>
              <a:gd name="connsiteY6" fmla="*/ 648072 h 864096"/>
              <a:gd name="connsiteX7" fmla="*/ 0 w 1080120"/>
              <a:gd name="connsiteY7" fmla="*/ 0 h 864096"/>
              <a:gd name="connsiteX0" fmla="*/ 0 w 1008112"/>
              <a:gd name="connsiteY0" fmla="*/ 0 h 864096"/>
              <a:gd name="connsiteX1" fmla="*/ 1008112 w 1008112"/>
              <a:gd name="connsiteY1" fmla="*/ 0 h 864096"/>
              <a:gd name="connsiteX2" fmla="*/ 1008112 w 1008112"/>
              <a:gd name="connsiteY2" fmla="*/ 648072 h 864096"/>
              <a:gd name="connsiteX3" fmla="*/ 720080 w 1008112"/>
              <a:gd name="connsiteY3" fmla="*/ 648072 h 864096"/>
              <a:gd name="connsiteX4" fmla="*/ 504056 w 1008112"/>
              <a:gd name="connsiteY4" fmla="*/ 864096 h 864096"/>
              <a:gd name="connsiteX5" fmla="*/ 288032 w 1008112"/>
              <a:gd name="connsiteY5" fmla="*/ 648072 h 864096"/>
              <a:gd name="connsiteX6" fmla="*/ 0 w 1008112"/>
              <a:gd name="connsiteY6" fmla="*/ 648072 h 864096"/>
              <a:gd name="connsiteX7" fmla="*/ 0 w 1008112"/>
              <a:gd name="connsiteY7" fmla="*/ 0 h 864096"/>
              <a:gd name="connsiteX0" fmla="*/ 0 w 1008112"/>
              <a:gd name="connsiteY0" fmla="*/ 0 h 1008112"/>
              <a:gd name="connsiteX1" fmla="*/ 1008112 w 1008112"/>
              <a:gd name="connsiteY1" fmla="*/ 144016 h 1008112"/>
              <a:gd name="connsiteX2" fmla="*/ 1008112 w 1008112"/>
              <a:gd name="connsiteY2" fmla="*/ 792088 h 1008112"/>
              <a:gd name="connsiteX3" fmla="*/ 720080 w 1008112"/>
              <a:gd name="connsiteY3" fmla="*/ 792088 h 1008112"/>
              <a:gd name="connsiteX4" fmla="*/ 504056 w 1008112"/>
              <a:gd name="connsiteY4" fmla="*/ 1008112 h 1008112"/>
              <a:gd name="connsiteX5" fmla="*/ 288032 w 1008112"/>
              <a:gd name="connsiteY5" fmla="*/ 792088 h 1008112"/>
              <a:gd name="connsiteX6" fmla="*/ 0 w 1008112"/>
              <a:gd name="connsiteY6" fmla="*/ 792088 h 1008112"/>
              <a:gd name="connsiteX7" fmla="*/ 0 w 1008112"/>
              <a:gd name="connsiteY7" fmla="*/ 0 h 1008112"/>
              <a:gd name="connsiteX0" fmla="*/ 0 w 1008112"/>
              <a:gd name="connsiteY0" fmla="*/ 0 h 1008112"/>
              <a:gd name="connsiteX1" fmla="*/ 1008112 w 1008112"/>
              <a:gd name="connsiteY1" fmla="*/ 0 h 1008112"/>
              <a:gd name="connsiteX2" fmla="*/ 1008112 w 1008112"/>
              <a:gd name="connsiteY2" fmla="*/ 792088 h 1008112"/>
              <a:gd name="connsiteX3" fmla="*/ 720080 w 1008112"/>
              <a:gd name="connsiteY3" fmla="*/ 792088 h 1008112"/>
              <a:gd name="connsiteX4" fmla="*/ 504056 w 1008112"/>
              <a:gd name="connsiteY4" fmla="*/ 1008112 h 1008112"/>
              <a:gd name="connsiteX5" fmla="*/ 288032 w 1008112"/>
              <a:gd name="connsiteY5" fmla="*/ 792088 h 1008112"/>
              <a:gd name="connsiteX6" fmla="*/ 0 w 1008112"/>
              <a:gd name="connsiteY6" fmla="*/ 792088 h 1008112"/>
              <a:gd name="connsiteX7" fmla="*/ 0 w 1008112"/>
              <a:gd name="connsiteY7" fmla="*/ 0 h 1008112"/>
              <a:gd name="connsiteX0" fmla="*/ 0 w 1008112"/>
              <a:gd name="connsiteY0" fmla="*/ 0 h 1008112"/>
              <a:gd name="connsiteX1" fmla="*/ 1008112 w 1008112"/>
              <a:gd name="connsiteY1" fmla="*/ 0 h 1008112"/>
              <a:gd name="connsiteX2" fmla="*/ 1008112 w 1008112"/>
              <a:gd name="connsiteY2" fmla="*/ 808756 h 1008112"/>
              <a:gd name="connsiteX3" fmla="*/ 720080 w 1008112"/>
              <a:gd name="connsiteY3" fmla="*/ 792088 h 1008112"/>
              <a:gd name="connsiteX4" fmla="*/ 504056 w 1008112"/>
              <a:gd name="connsiteY4" fmla="*/ 1008112 h 1008112"/>
              <a:gd name="connsiteX5" fmla="*/ 288032 w 1008112"/>
              <a:gd name="connsiteY5" fmla="*/ 792088 h 1008112"/>
              <a:gd name="connsiteX6" fmla="*/ 0 w 1008112"/>
              <a:gd name="connsiteY6" fmla="*/ 792088 h 1008112"/>
              <a:gd name="connsiteX7" fmla="*/ 0 w 1008112"/>
              <a:gd name="connsiteY7" fmla="*/ 0 h 1008112"/>
              <a:gd name="connsiteX0" fmla="*/ 0 w 1008112"/>
              <a:gd name="connsiteY0" fmla="*/ 0 h 1008112"/>
              <a:gd name="connsiteX1" fmla="*/ 1008112 w 1008112"/>
              <a:gd name="connsiteY1" fmla="*/ 0 h 1008112"/>
              <a:gd name="connsiteX2" fmla="*/ 1008112 w 1008112"/>
              <a:gd name="connsiteY2" fmla="*/ 808756 h 1008112"/>
              <a:gd name="connsiteX3" fmla="*/ 936104 w 1008112"/>
              <a:gd name="connsiteY3" fmla="*/ 808756 h 1008112"/>
              <a:gd name="connsiteX4" fmla="*/ 504056 w 1008112"/>
              <a:gd name="connsiteY4" fmla="*/ 1008112 h 1008112"/>
              <a:gd name="connsiteX5" fmla="*/ 288032 w 1008112"/>
              <a:gd name="connsiteY5" fmla="*/ 792088 h 1008112"/>
              <a:gd name="connsiteX6" fmla="*/ 0 w 1008112"/>
              <a:gd name="connsiteY6" fmla="*/ 792088 h 1008112"/>
              <a:gd name="connsiteX7" fmla="*/ 0 w 1008112"/>
              <a:gd name="connsiteY7" fmla="*/ 0 h 1008112"/>
              <a:gd name="connsiteX0" fmla="*/ 0 w 1008112"/>
              <a:gd name="connsiteY0" fmla="*/ 0 h 880764"/>
              <a:gd name="connsiteX1" fmla="*/ 1008112 w 1008112"/>
              <a:gd name="connsiteY1" fmla="*/ 0 h 880764"/>
              <a:gd name="connsiteX2" fmla="*/ 1008112 w 1008112"/>
              <a:gd name="connsiteY2" fmla="*/ 808756 h 880764"/>
              <a:gd name="connsiteX3" fmla="*/ 936104 w 1008112"/>
              <a:gd name="connsiteY3" fmla="*/ 808756 h 880764"/>
              <a:gd name="connsiteX4" fmla="*/ 864096 w 1008112"/>
              <a:gd name="connsiteY4" fmla="*/ 880764 h 880764"/>
              <a:gd name="connsiteX5" fmla="*/ 288032 w 1008112"/>
              <a:gd name="connsiteY5" fmla="*/ 792088 h 880764"/>
              <a:gd name="connsiteX6" fmla="*/ 0 w 1008112"/>
              <a:gd name="connsiteY6" fmla="*/ 792088 h 880764"/>
              <a:gd name="connsiteX7" fmla="*/ 0 w 1008112"/>
              <a:gd name="connsiteY7" fmla="*/ 0 h 880764"/>
              <a:gd name="connsiteX0" fmla="*/ 0 w 1008112"/>
              <a:gd name="connsiteY0" fmla="*/ 0 h 880764"/>
              <a:gd name="connsiteX1" fmla="*/ 1008112 w 1008112"/>
              <a:gd name="connsiteY1" fmla="*/ 0 h 880764"/>
              <a:gd name="connsiteX2" fmla="*/ 1008112 w 1008112"/>
              <a:gd name="connsiteY2" fmla="*/ 808756 h 880764"/>
              <a:gd name="connsiteX3" fmla="*/ 936104 w 1008112"/>
              <a:gd name="connsiteY3" fmla="*/ 808756 h 880764"/>
              <a:gd name="connsiteX4" fmla="*/ 864096 w 1008112"/>
              <a:gd name="connsiteY4" fmla="*/ 880764 h 880764"/>
              <a:gd name="connsiteX5" fmla="*/ 792088 w 1008112"/>
              <a:gd name="connsiteY5" fmla="*/ 808756 h 880764"/>
              <a:gd name="connsiteX6" fmla="*/ 0 w 1008112"/>
              <a:gd name="connsiteY6" fmla="*/ 792088 h 880764"/>
              <a:gd name="connsiteX7" fmla="*/ 0 w 1008112"/>
              <a:gd name="connsiteY7" fmla="*/ 0 h 880764"/>
              <a:gd name="connsiteX0" fmla="*/ 0 w 1008112"/>
              <a:gd name="connsiteY0" fmla="*/ 0 h 880764"/>
              <a:gd name="connsiteX1" fmla="*/ 1008112 w 1008112"/>
              <a:gd name="connsiteY1" fmla="*/ 0 h 880764"/>
              <a:gd name="connsiteX2" fmla="*/ 1008112 w 1008112"/>
              <a:gd name="connsiteY2" fmla="*/ 808756 h 880764"/>
              <a:gd name="connsiteX3" fmla="*/ 936104 w 1008112"/>
              <a:gd name="connsiteY3" fmla="*/ 808756 h 880764"/>
              <a:gd name="connsiteX4" fmla="*/ 864096 w 1008112"/>
              <a:gd name="connsiteY4" fmla="*/ 880764 h 880764"/>
              <a:gd name="connsiteX5" fmla="*/ 792088 w 1008112"/>
              <a:gd name="connsiteY5" fmla="*/ 808756 h 880764"/>
              <a:gd name="connsiteX6" fmla="*/ 648072 w 1008112"/>
              <a:gd name="connsiteY6" fmla="*/ 808756 h 880764"/>
              <a:gd name="connsiteX7" fmla="*/ 0 w 1008112"/>
              <a:gd name="connsiteY7" fmla="*/ 0 h 880764"/>
              <a:gd name="connsiteX0" fmla="*/ 0 w 1008112"/>
              <a:gd name="connsiteY0" fmla="*/ 0 h 880764"/>
              <a:gd name="connsiteX1" fmla="*/ 1008112 w 1008112"/>
              <a:gd name="connsiteY1" fmla="*/ 0 h 880764"/>
              <a:gd name="connsiteX2" fmla="*/ 1008112 w 1008112"/>
              <a:gd name="connsiteY2" fmla="*/ 808756 h 880764"/>
              <a:gd name="connsiteX3" fmla="*/ 936104 w 1008112"/>
              <a:gd name="connsiteY3" fmla="*/ 808756 h 880764"/>
              <a:gd name="connsiteX4" fmla="*/ 864096 w 1008112"/>
              <a:gd name="connsiteY4" fmla="*/ 880764 h 880764"/>
              <a:gd name="connsiteX5" fmla="*/ 792088 w 1008112"/>
              <a:gd name="connsiteY5" fmla="*/ 808756 h 880764"/>
              <a:gd name="connsiteX6" fmla="*/ 720080 w 1008112"/>
              <a:gd name="connsiteY6" fmla="*/ 808756 h 880764"/>
              <a:gd name="connsiteX7" fmla="*/ 0 w 1008112"/>
              <a:gd name="connsiteY7" fmla="*/ 0 h 880764"/>
              <a:gd name="connsiteX0" fmla="*/ 0 w 288032"/>
              <a:gd name="connsiteY0" fmla="*/ 16668 h 880764"/>
              <a:gd name="connsiteX1" fmla="*/ 288032 w 288032"/>
              <a:gd name="connsiteY1" fmla="*/ 0 h 880764"/>
              <a:gd name="connsiteX2" fmla="*/ 288032 w 288032"/>
              <a:gd name="connsiteY2" fmla="*/ 808756 h 880764"/>
              <a:gd name="connsiteX3" fmla="*/ 216024 w 288032"/>
              <a:gd name="connsiteY3" fmla="*/ 808756 h 880764"/>
              <a:gd name="connsiteX4" fmla="*/ 144016 w 288032"/>
              <a:gd name="connsiteY4" fmla="*/ 880764 h 880764"/>
              <a:gd name="connsiteX5" fmla="*/ 72008 w 288032"/>
              <a:gd name="connsiteY5" fmla="*/ 808756 h 880764"/>
              <a:gd name="connsiteX6" fmla="*/ 0 w 288032"/>
              <a:gd name="connsiteY6" fmla="*/ 808756 h 880764"/>
              <a:gd name="connsiteX7" fmla="*/ 0 w 288032"/>
              <a:gd name="connsiteY7" fmla="*/ 16668 h 880764"/>
              <a:gd name="connsiteX0" fmla="*/ 0 w 288032"/>
              <a:gd name="connsiteY0" fmla="*/ 0 h 864096"/>
              <a:gd name="connsiteX1" fmla="*/ 288032 w 288032"/>
              <a:gd name="connsiteY1" fmla="*/ 0 h 864096"/>
              <a:gd name="connsiteX2" fmla="*/ 288032 w 288032"/>
              <a:gd name="connsiteY2" fmla="*/ 792088 h 864096"/>
              <a:gd name="connsiteX3" fmla="*/ 216024 w 288032"/>
              <a:gd name="connsiteY3" fmla="*/ 792088 h 864096"/>
              <a:gd name="connsiteX4" fmla="*/ 144016 w 288032"/>
              <a:gd name="connsiteY4" fmla="*/ 864096 h 864096"/>
              <a:gd name="connsiteX5" fmla="*/ 72008 w 288032"/>
              <a:gd name="connsiteY5" fmla="*/ 792088 h 864096"/>
              <a:gd name="connsiteX6" fmla="*/ 0 w 288032"/>
              <a:gd name="connsiteY6" fmla="*/ 792088 h 864096"/>
              <a:gd name="connsiteX7" fmla="*/ 0 w 288032"/>
              <a:gd name="connsiteY7" fmla="*/ 0 h 864096"/>
              <a:gd name="connsiteX0" fmla="*/ 0 w 288032"/>
              <a:gd name="connsiteY0" fmla="*/ 936104 h 1800200"/>
              <a:gd name="connsiteX1" fmla="*/ 288032 w 288032"/>
              <a:gd name="connsiteY1" fmla="*/ 0 h 1800200"/>
              <a:gd name="connsiteX2" fmla="*/ 288032 w 288032"/>
              <a:gd name="connsiteY2" fmla="*/ 1728192 h 1800200"/>
              <a:gd name="connsiteX3" fmla="*/ 216024 w 288032"/>
              <a:gd name="connsiteY3" fmla="*/ 1728192 h 1800200"/>
              <a:gd name="connsiteX4" fmla="*/ 144016 w 288032"/>
              <a:gd name="connsiteY4" fmla="*/ 1800200 h 1800200"/>
              <a:gd name="connsiteX5" fmla="*/ 72008 w 288032"/>
              <a:gd name="connsiteY5" fmla="*/ 1728192 h 1800200"/>
              <a:gd name="connsiteX6" fmla="*/ 0 w 288032"/>
              <a:gd name="connsiteY6" fmla="*/ 1728192 h 1800200"/>
              <a:gd name="connsiteX7" fmla="*/ 0 w 288032"/>
              <a:gd name="connsiteY7" fmla="*/ 936104 h 1800200"/>
              <a:gd name="connsiteX0" fmla="*/ 0 w 288032"/>
              <a:gd name="connsiteY0" fmla="*/ 0 h 1800200"/>
              <a:gd name="connsiteX1" fmla="*/ 288032 w 288032"/>
              <a:gd name="connsiteY1" fmla="*/ 0 h 1800200"/>
              <a:gd name="connsiteX2" fmla="*/ 288032 w 288032"/>
              <a:gd name="connsiteY2" fmla="*/ 1728192 h 1800200"/>
              <a:gd name="connsiteX3" fmla="*/ 216024 w 288032"/>
              <a:gd name="connsiteY3" fmla="*/ 1728192 h 1800200"/>
              <a:gd name="connsiteX4" fmla="*/ 144016 w 288032"/>
              <a:gd name="connsiteY4" fmla="*/ 1800200 h 1800200"/>
              <a:gd name="connsiteX5" fmla="*/ 72008 w 288032"/>
              <a:gd name="connsiteY5" fmla="*/ 1728192 h 1800200"/>
              <a:gd name="connsiteX6" fmla="*/ 0 w 288032"/>
              <a:gd name="connsiteY6" fmla="*/ 1728192 h 1800200"/>
              <a:gd name="connsiteX7" fmla="*/ 0 w 288032"/>
              <a:gd name="connsiteY7" fmla="*/ 0 h 1800200"/>
              <a:gd name="connsiteX0" fmla="*/ 0 w 288230"/>
              <a:gd name="connsiteY0" fmla="*/ 0 h 1800200"/>
              <a:gd name="connsiteX1" fmla="*/ 288230 w 288230"/>
              <a:gd name="connsiteY1" fmla="*/ 831267 h 1800200"/>
              <a:gd name="connsiteX2" fmla="*/ 288032 w 288230"/>
              <a:gd name="connsiteY2" fmla="*/ 1728192 h 1800200"/>
              <a:gd name="connsiteX3" fmla="*/ 216024 w 288230"/>
              <a:gd name="connsiteY3" fmla="*/ 1728192 h 1800200"/>
              <a:gd name="connsiteX4" fmla="*/ 144016 w 288230"/>
              <a:gd name="connsiteY4" fmla="*/ 1800200 h 1800200"/>
              <a:gd name="connsiteX5" fmla="*/ 72008 w 288230"/>
              <a:gd name="connsiteY5" fmla="*/ 1728192 h 1800200"/>
              <a:gd name="connsiteX6" fmla="*/ 0 w 288230"/>
              <a:gd name="connsiteY6" fmla="*/ 1728192 h 1800200"/>
              <a:gd name="connsiteX7" fmla="*/ 0 w 288230"/>
              <a:gd name="connsiteY7" fmla="*/ 0 h 1800200"/>
              <a:gd name="connsiteX0" fmla="*/ 99 w 288230"/>
              <a:gd name="connsiteY0" fmla="*/ 0 h 973694"/>
              <a:gd name="connsiteX1" fmla="*/ 288230 w 288230"/>
              <a:gd name="connsiteY1" fmla="*/ 4761 h 973694"/>
              <a:gd name="connsiteX2" fmla="*/ 288032 w 288230"/>
              <a:gd name="connsiteY2" fmla="*/ 901686 h 973694"/>
              <a:gd name="connsiteX3" fmla="*/ 216024 w 288230"/>
              <a:gd name="connsiteY3" fmla="*/ 901686 h 973694"/>
              <a:gd name="connsiteX4" fmla="*/ 144016 w 288230"/>
              <a:gd name="connsiteY4" fmla="*/ 973694 h 973694"/>
              <a:gd name="connsiteX5" fmla="*/ 72008 w 288230"/>
              <a:gd name="connsiteY5" fmla="*/ 901686 h 973694"/>
              <a:gd name="connsiteX6" fmla="*/ 0 w 288230"/>
              <a:gd name="connsiteY6" fmla="*/ 901686 h 973694"/>
              <a:gd name="connsiteX7" fmla="*/ 99 w 288230"/>
              <a:gd name="connsiteY7" fmla="*/ 0 h 973694"/>
              <a:gd name="connsiteX0" fmla="*/ 0 w 288529"/>
              <a:gd name="connsiteY0" fmla="*/ 115294 h 968933"/>
              <a:gd name="connsiteX1" fmla="*/ 288529 w 288529"/>
              <a:gd name="connsiteY1" fmla="*/ 0 h 968933"/>
              <a:gd name="connsiteX2" fmla="*/ 288331 w 288529"/>
              <a:gd name="connsiteY2" fmla="*/ 896925 h 968933"/>
              <a:gd name="connsiteX3" fmla="*/ 216323 w 288529"/>
              <a:gd name="connsiteY3" fmla="*/ 896925 h 968933"/>
              <a:gd name="connsiteX4" fmla="*/ 144315 w 288529"/>
              <a:gd name="connsiteY4" fmla="*/ 968933 h 968933"/>
              <a:gd name="connsiteX5" fmla="*/ 72307 w 288529"/>
              <a:gd name="connsiteY5" fmla="*/ 896925 h 968933"/>
              <a:gd name="connsiteX6" fmla="*/ 299 w 288529"/>
              <a:gd name="connsiteY6" fmla="*/ 896925 h 968933"/>
              <a:gd name="connsiteX7" fmla="*/ 0 w 288529"/>
              <a:gd name="connsiteY7" fmla="*/ 115294 h 968933"/>
              <a:gd name="connsiteX0" fmla="*/ 0 w 290917"/>
              <a:gd name="connsiteY0" fmla="*/ 3377 h 968933"/>
              <a:gd name="connsiteX1" fmla="*/ 290917 w 290917"/>
              <a:gd name="connsiteY1" fmla="*/ 0 h 968933"/>
              <a:gd name="connsiteX2" fmla="*/ 290719 w 290917"/>
              <a:gd name="connsiteY2" fmla="*/ 896925 h 968933"/>
              <a:gd name="connsiteX3" fmla="*/ 218711 w 290917"/>
              <a:gd name="connsiteY3" fmla="*/ 896925 h 968933"/>
              <a:gd name="connsiteX4" fmla="*/ 146703 w 290917"/>
              <a:gd name="connsiteY4" fmla="*/ 968933 h 968933"/>
              <a:gd name="connsiteX5" fmla="*/ 74695 w 290917"/>
              <a:gd name="connsiteY5" fmla="*/ 896925 h 968933"/>
              <a:gd name="connsiteX6" fmla="*/ 2687 w 290917"/>
              <a:gd name="connsiteY6" fmla="*/ 896925 h 968933"/>
              <a:gd name="connsiteX7" fmla="*/ 0 w 290917"/>
              <a:gd name="connsiteY7" fmla="*/ 3377 h 968933"/>
              <a:gd name="connsiteX0" fmla="*/ 0 w 387436"/>
              <a:gd name="connsiteY0" fmla="*/ 0 h 1023576"/>
              <a:gd name="connsiteX1" fmla="*/ 387436 w 387436"/>
              <a:gd name="connsiteY1" fmla="*/ 54643 h 1023576"/>
              <a:gd name="connsiteX2" fmla="*/ 387238 w 387436"/>
              <a:gd name="connsiteY2" fmla="*/ 951568 h 1023576"/>
              <a:gd name="connsiteX3" fmla="*/ 315230 w 387436"/>
              <a:gd name="connsiteY3" fmla="*/ 951568 h 1023576"/>
              <a:gd name="connsiteX4" fmla="*/ 243222 w 387436"/>
              <a:gd name="connsiteY4" fmla="*/ 1023576 h 1023576"/>
              <a:gd name="connsiteX5" fmla="*/ 171214 w 387436"/>
              <a:gd name="connsiteY5" fmla="*/ 951568 h 1023576"/>
              <a:gd name="connsiteX6" fmla="*/ 99206 w 387436"/>
              <a:gd name="connsiteY6" fmla="*/ 951568 h 1023576"/>
              <a:gd name="connsiteX7" fmla="*/ 0 w 387436"/>
              <a:gd name="connsiteY7" fmla="*/ 0 h 1023576"/>
              <a:gd name="connsiteX0" fmla="*/ 100 w 387536"/>
              <a:gd name="connsiteY0" fmla="*/ 0 h 1023576"/>
              <a:gd name="connsiteX1" fmla="*/ 387536 w 387536"/>
              <a:gd name="connsiteY1" fmla="*/ 54643 h 1023576"/>
              <a:gd name="connsiteX2" fmla="*/ 387338 w 387536"/>
              <a:gd name="connsiteY2" fmla="*/ 951568 h 1023576"/>
              <a:gd name="connsiteX3" fmla="*/ 315330 w 387536"/>
              <a:gd name="connsiteY3" fmla="*/ 951568 h 1023576"/>
              <a:gd name="connsiteX4" fmla="*/ 243322 w 387536"/>
              <a:gd name="connsiteY4" fmla="*/ 1023576 h 1023576"/>
              <a:gd name="connsiteX5" fmla="*/ 171314 w 387536"/>
              <a:gd name="connsiteY5" fmla="*/ 951568 h 1023576"/>
              <a:gd name="connsiteX6" fmla="*/ 100 w 387536"/>
              <a:gd name="connsiteY6" fmla="*/ 936090 h 1023576"/>
              <a:gd name="connsiteX7" fmla="*/ 100 w 387536"/>
              <a:gd name="connsiteY7" fmla="*/ 0 h 1023576"/>
              <a:gd name="connsiteX0" fmla="*/ 0 w 387436"/>
              <a:gd name="connsiteY0" fmla="*/ 0 h 1023576"/>
              <a:gd name="connsiteX1" fmla="*/ 387436 w 387436"/>
              <a:gd name="connsiteY1" fmla="*/ 54643 h 1023576"/>
              <a:gd name="connsiteX2" fmla="*/ 387238 w 387436"/>
              <a:gd name="connsiteY2" fmla="*/ 951568 h 1023576"/>
              <a:gd name="connsiteX3" fmla="*/ 315230 w 387436"/>
              <a:gd name="connsiteY3" fmla="*/ 951568 h 1023576"/>
              <a:gd name="connsiteX4" fmla="*/ 243222 w 387436"/>
              <a:gd name="connsiteY4" fmla="*/ 1023576 h 1023576"/>
              <a:gd name="connsiteX5" fmla="*/ 171214 w 387436"/>
              <a:gd name="connsiteY5" fmla="*/ 951568 h 1023576"/>
              <a:gd name="connsiteX6" fmla="*/ 4948 w 387436"/>
              <a:gd name="connsiteY6" fmla="*/ 949286 h 1023576"/>
              <a:gd name="connsiteX7" fmla="*/ 0 w 387436"/>
              <a:gd name="connsiteY7" fmla="*/ 0 h 1023576"/>
              <a:gd name="connsiteX0" fmla="*/ 0 w 505275"/>
              <a:gd name="connsiteY0" fmla="*/ 0 h 1023576"/>
              <a:gd name="connsiteX1" fmla="*/ 505275 w 505275"/>
              <a:gd name="connsiteY1" fmla="*/ 0 h 1023576"/>
              <a:gd name="connsiteX2" fmla="*/ 387238 w 505275"/>
              <a:gd name="connsiteY2" fmla="*/ 951568 h 1023576"/>
              <a:gd name="connsiteX3" fmla="*/ 315230 w 505275"/>
              <a:gd name="connsiteY3" fmla="*/ 951568 h 1023576"/>
              <a:gd name="connsiteX4" fmla="*/ 243222 w 505275"/>
              <a:gd name="connsiteY4" fmla="*/ 1023576 h 1023576"/>
              <a:gd name="connsiteX5" fmla="*/ 171214 w 505275"/>
              <a:gd name="connsiteY5" fmla="*/ 951568 h 1023576"/>
              <a:gd name="connsiteX6" fmla="*/ 4948 w 505275"/>
              <a:gd name="connsiteY6" fmla="*/ 949286 h 1023576"/>
              <a:gd name="connsiteX7" fmla="*/ 0 w 505275"/>
              <a:gd name="connsiteY7" fmla="*/ 0 h 1023576"/>
              <a:gd name="connsiteX0" fmla="*/ 0 w 505275"/>
              <a:gd name="connsiteY0" fmla="*/ 0 h 1023576"/>
              <a:gd name="connsiteX1" fmla="*/ 505275 w 505275"/>
              <a:gd name="connsiteY1" fmla="*/ 0 h 1023576"/>
              <a:gd name="connsiteX2" fmla="*/ 505272 w 505275"/>
              <a:gd name="connsiteY2" fmla="*/ 936092 h 1023576"/>
              <a:gd name="connsiteX3" fmla="*/ 315230 w 505275"/>
              <a:gd name="connsiteY3" fmla="*/ 951568 h 1023576"/>
              <a:gd name="connsiteX4" fmla="*/ 243222 w 505275"/>
              <a:gd name="connsiteY4" fmla="*/ 1023576 h 1023576"/>
              <a:gd name="connsiteX5" fmla="*/ 171214 w 505275"/>
              <a:gd name="connsiteY5" fmla="*/ 951568 h 1023576"/>
              <a:gd name="connsiteX6" fmla="*/ 4948 w 505275"/>
              <a:gd name="connsiteY6" fmla="*/ 949286 h 1023576"/>
              <a:gd name="connsiteX7" fmla="*/ 0 w 505275"/>
              <a:gd name="connsiteY7" fmla="*/ 0 h 1023576"/>
              <a:gd name="connsiteX0" fmla="*/ 0 w 505275"/>
              <a:gd name="connsiteY0" fmla="*/ 0 h 1023576"/>
              <a:gd name="connsiteX1" fmla="*/ 505275 w 505275"/>
              <a:gd name="connsiteY1" fmla="*/ 0 h 1023576"/>
              <a:gd name="connsiteX2" fmla="*/ 503827 w 505275"/>
              <a:gd name="connsiteY2" fmla="*/ 951672 h 1023576"/>
              <a:gd name="connsiteX3" fmla="*/ 315230 w 505275"/>
              <a:gd name="connsiteY3" fmla="*/ 951568 h 1023576"/>
              <a:gd name="connsiteX4" fmla="*/ 243222 w 505275"/>
              <a:gd name="connsiteY4" fmla="*/ 1023576 h 1023576"/>
              <a:gd name="connsiteX5" fmla="*/ 171214 w 505275"/>
              <a:gd name="connsiteY5" fmla="*/ 951568 h 1023576"/>
              <a:gd name="connsiteX6" fmla="*/ 4948 w 505275"/>
              <a:gd name="connsiteY6" fmla="*/ 949286 h 1023576"/>
              <a:gd name="connsiteX7" fmla="*/ 0 w 505275"/>
              <a:gd name="connsiteY7" fmla="*/ 0 h 1023576"/>
              <a:gd name="connsiteX0" fmla="*/ 0 w 505274"/>
              <a:gd name="connsiteY0" fmla="*/ 0 h 1023576"/>
              <a:gd name="connsiteX1" fmla="*/ 505274 w 505274"/>
              <a:gd name="connsiteY1" fmla="*/ 72006 h 1023576"/>
              <a:gd name="connsiteX2" fmla="*/ 503827 w 505274"/>
              <a:gd name="connsiteY2" fmla="*/ 951672 h 1023576"/>
              <a:gd name="connsiteX3" fmla="*/ 315230 w 505274"/>
              <a:gd name="connsiteY3" fmla="*/ 951568 h 1023576"/>
              <a:gd name="connsiteX4" fmla="*/ 243222 w 505274"/>
              <a:gd name="connsiteY4" fmla="*/ 1023576 h 1023576"/>
              <a:gd name="connsiteX5" fmla="*/ 171214 w 505274"/>
              <a:gd name="connsiteY5" fmla="*/ 951568 h 1023576"/>
              <a:gd name="connsiteX6" fmla="*/ 4948 w 505274"/>
              <a:gd name="connsiteY6" fmla="*/ 949286 h 1023576"/>
              <a:gd name="connsiteX7" fmla="*/ 0 w 505274"/>
              <a:gd name="connsiteY7" fmla="*/ 0 h 1023576"/>
              <a:gd name="connsiteX0" fmla="*/ 0 w 505274"/>
              <a:gd name="connsiteY0" fmla="*/ 1 h 951570"/>
              <a:gd name="connsiteX1" fmla="*/ 505274 w 505274"/>
              <a:gd name="connsiteY1" fmla="*/ 0 h 951570"/>
              <a:gd name="connsiteX2" fmla="*/ 503827 w 505274"/>
              <a:gd name="connsiteY2" fmla="*/ 879666 h 951570"/>
              <a:gd name="connsiteX3" fmla="*/ 315230 w 505274"/>
              <a:gd name="connsiteY3" fmla="*/ 879562 h 951570"/>
              <a:gd name="connsiteX4" fmla="*/ 243222 w 505274"/>
              <a:gd name="connsiteY4" fmla="*/ 951570 h 951570"/>
              <a:gd name="connsiteX5" fmla="*/ 171214 w 505274"/>
              <a:gd name="connsiteY5" fmla="*/ 879562 h 951570"/>
              <a:gd name="connsiteX6" fmla="*/ 4948 w 505274"/>
              <a:gd name="connsiteY6" fmla="*/ 877280 h 951570"/>
              <a:gd name="connsiteX7" fmla="*/ 0 w 505274"/>
              <a:gd name="connsiteY7" fmla="*/ 1 h 951570"/>
              <a:gd name="connsiteX0" fmla="*/ 0 w 505274"/>
              <a:gd name="connsiteY0" fmla="*/ 1 h 879666"/>
              <a:gd name="connsiteX1" fmla="*/ 505274 w 505274"/>
              <a:gd name="connsiteY1" fmla="*/ 0 h 879666"/>
              <a:gd name="connsiteX2" fmla="*/ 503827 w 505274"/>
              <a:gd name="connsiteY2" fmla="*/ 879666 h 879666"/>
              <a:gd name="connsiteX3" fmla="*/ 315230 w 505274"/>
              <a:gd name="connsiteY3" fmla="*/ 879562 h 879666"/>
              <a:gd name="connsiteX4" fmla="*/ 171214 w 505274"/>
              <a:gd name="connsiteY4" fmla="*/ 879562 h 879666"/>
              <a:gd name="connsiteX5" fmla="*/ 4948 w 505274"/>
              <a:gd name="connsiteY5" fmla="*/ 877280 h 879666"/>
              <a:gd name="connsiteX6" fmla="*/ 0 w 505274"/>
              <a:gd name="connsiteY6" fmla="*/ 1 h 87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274" h="879666">
                <a:moveTo>
                  <a:pt x="0" y="1"/>
                </a:moveTo>
                <a:lnTo>
                  <a:pt x="505274" y="0"/>
                </a:lnTo>
                <a:cubicBezTo>
                  <a:pt x="505273" y="312031"/>
                  <a:pt x="503828" y="567635"/>
                  <a:pt x="503827" y="879666"/>
                </a:cubicBezTo>
                <a:lnTo>
                  <a:pt x="315230" y="879562"/>
                </a:lnTo>
                <a:lnTo>
                  <a:pt x="171214" y="879562"/>
                </a:lnTo>
                <a:lnTo>
                  <a:pt x="4948" y="877280"/>
                </a:lnTo>
                <a:cubicBezTo>
                  <a:pt x="4848" y="616736"/>
                  <a:pt x="100" y="260545"/>
                  <a:pt x="0" y="1"/>
                </a:cubicBezTo>
                <a:close/>
              </a:path>
            </a:pathLst>
          </a:custGeom>
          <a:solidFill>
            <a:srgbClr val="00487E"/>
          </a:solidFill>
          <a:ln w="1905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ctr">
              <a:defRPr/>
            </a:pPr>
            <a:r>
              <a:rPr lang="fr-FR" sz="1600" dirty="0">
                <a:solidFill>
                  <a:schemeClr val="bg1"/>
                </a:solidFill>
                <a:latin typeface="+mj-lt"/>
                <a:cs typeface="Arial" pitchFamily="34" charset="0"/>
              </a:rPr>
              <a:t>5</a:t>
            </a:r>
            <a:endParaRPr lang="fr-FR" sz="1100" dirty="0">
              <a:solidFill>
                <a:schemeClr val="tx1"/>
              </a:solidFill>
              <a:latin typeface="+mj-lt"/>
              <a:cs typeface="Arial" pitchFamily="34" charset="0"/>
            </a:endParaRPr>
          </a:p>
        </p:txBody>
      </p:sp>
      <p:sp>
        <p:nvSpPr>
          <p:cNvPr id="27" name="Flèche : pentagone 26">
            <a:extLst>
              <a:ext uri="{FF2B5EF4-FFF2-40B4-BE49-F238E27FC236}">
                <a16:creationId xmlns:a16="http://schemas.microsoft.com/office/drawing/2014/main" id="{FB355C40-3678-828B-CE1A-EEF94A1CC886}"/>
              </a:ext>
            </a:extLst>
          </p:cNvPr>
          <p:cNvSpPr/>
          <p:nvPr/>
        </p:nvSpPr>
        <p:spPr>
          <a:xfrm>
            <a:off x="185644" y="999225"/>
            <a:ext cx="2257879" cy="503993"/>
          </a:xfrm>
          <a:prstGeom prst="homePlate">
            <a:avLst/>
          </a:prstGeom>
          <a:solidFill>
            <a:srgbClr val="8DB5B2"/>
          </a:solidFill>
          <a:ln>
            <a:solidFill>
              <a:schemeClr val="bg1"/>
            </a:solidFill>
          </a:ln>
          <a:effectLst>
            <a:outerShdw blurRad="25400" dist="25400" dir="3000000" algn="ctr" rotWithShape="0">
              <a:srgbClr val="000000">
                <a:alpha val="4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29" name="Flèche : pentagone 28">
            <a:extLst>
              <a:ext uri="{FF2B5EF4-FFF2-40B4-BE49-F238E27FC236}">
                <a16:creationId xmlns:a16="http://schemas.microsoft.com/office/drawing/2014/main" id="{24BF8595-7358-27D4-1991-A7E74D9D5251}"/>
              </a:ext>
            </a:extLst>
          </p:cNvPr>
          <p:cNvSpPr/>
          <p:nvPr/>
        </p:nvSpPr>
        <p:spPr>
          <a:xfrm>
            <a:off x="2598733" y="999225"/>
            <a:ext cx="2257879" cy="503993"/>
          </a:xfrm>
          <a:prstGeom prst="homePlate">
            <a:avLst/>
          </a:prstGeom>
          <a:solidFill>
            <a:srgbClr val="62A7AC"/>
          </a:solidFill>
          <a:ln>
            <a:solidFill>
              <a:schemeClr val="bg1"/>
            </a:solidFill>
          </a:ln>
          <a:effectLst>
            <a:outerShdw blurRad="25400" dist="25400" dir="3000000" algn="ctr" rotWithShape="0">
              <a:srgbClr val="000000">
                <a:alpha val="4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31" name="Flèche : pentagone 30">
            <a:extLst>
              <a:ext uri="{FF2B5EF4-FFF2-40B4-BE49-F238E27FC236}">
                <a16:creationId xmlns:a16="http://schemas.microsoft.com/office/drawing/2014/main" id="{0FC61AC7-D69B-656E-5A2F-1C13ED8694F5}"/>
              </a:ext>
            </a:extLst>
          </p:cNvPr>
          <p:cNvSpPr/>
          <p:nvPr/>
        </p:nvSpPr>
        <p:spPr>
          <a:xfrm>
            <a:off x="5011822" y="999225"/>
            <a:ext cx="2257879" cy="503993"/>
          </a:xfrm>
          <a:prstGeom prst="homePlate">
            <a:avLst/>
          </a:prstGeom>
          <a:solidFill>
            <a:srgbClr val="4993B4"/>
          </a:solidFill>
          <a:ln>
            <a:solidFill>
              <a:schemeClr val="bg1"/>
            </a:solidFill>
          </a:ln>
          <a:effectLst>
            <a:outerShdw blurRad="25400" dist="25400" dir="3000000" algn="ctr" rotWithShape="0">
              <a:srgbClr val="000000">
                <a:alpha val="4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33" name="Flèche : pentagone 32">
            <a:extLst>
              <a:ext uri="{FF2B5EF4-FFF2-40B4-BE49-F238E27FC236}">
                <a16:creationId xmlns:a16="http://schemas.microsoft.com/office/drawing/2014/main" id="{02698167-21D9-26C0-5BF9-CFB07E0B6F29}"/>
              </a:ext>
            </a:extLst>
          </p:cNvPr>
          <p:cNvSpPr/>
          <p:nvPr/>
        </p:nvSpPr>
        <p:spPr>
          <a:xfrm>
            <a:off x="7400730" y="999225"/>
            <a:ext cx="2257879" cy="503993"/>
          </a:xfrm>
          <a:prstGeom prst="homePlate">
            <a:avLst/>
          </a:prstGeom>
          <a:solidFill>
            <a:srgbClr val="0062AC"/>
          </a:solidFill>
          <a:ln>
            <a:solidFill>
              <a:schemeClr val="bg1"/>
            </a:solidFill>
          </a:ln>
          <a:effectLst>
            <a:outerShdw blurRad="25400" dist="25400" dir="3000000" algn="ctr" rotWithShape="0">
              <a:srgbClr val="000000">
                <a:alpha val="4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0" name="Case_1_1">
            <a:extLst>
              <a:ext uri="{FF2B5EF4-FFF2-40B4-BE49-F238E27FC236}">
                <a16:creationId xmlns:a16="http://schemas.microsoft.com/office/drawing/2014/main" id="{9EE1A210-936B-0883-A586-B5A220AE12F5}"/>
              </a:ext>
            </a:extLst>
          </p:cNvPr>
          <p:cNvSpPr>
            <a:spLocks noGrp="1"/>
          </p:cNvSpPr>
          <p:nvPr/>
        </p:nvSpPr>
        <p:spPr>
          <a:xfrm>
            <a:off x="190129" y="2172826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4" name="Case_1_2">
            <a:extLst>
              <a:ext uri="{FF2B5EF4-FFF2-40B4-BE49-F238E27FC236}">
                <a16:creationId xmlns:a16="http://schemas.microsoft.com/office/drawing/2014/main" id="{42E7B7E6-1C37-FA38-D2E3-5DB61824BA6B}"/>
              </a:ext>
            </a:extLst>
          </p:cNvPr>
          <p:cNvSpPr>
            <a:spLocks noGrp="1"/>
          </p:cNvSpPr>
          <p:nvPr/>
        </p:nvSpPr>
        <p:spPr>
          <a:xfrm>
            <a:off x="190129" y="490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48" name="Case_1_0">
            <a:extLst>
              <a:ext uri="{FF2B5EF4-FFF2-40B4-BE49-F238E27FC236}">
                <a16:creationId xmlns:a16="http://schemas.microsoft.com/office/drawing/2014/main" id="{4295CC15-81BA-B738-7765-E5CA4513A3CF}"/>
              </a:ext>
            </a:extLst>
          </p:cNvPr>
          <p:cNvSpPr>
            <a:spLocks noGrp="1"/>
          </p:cNvSpPr>
          <p:nvPr/>
        </p:nvSpPr>
        <p:spPr>
          <a:xfrm>
            <a:off x="2603218" y="17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50" name="Case_1_1">
            <a:extLst>
              <a:ext uri="{FF2B5EF4-FFF2-40B4-BE49-F238E27FC236}">
                <a16:creationId xmlns:a16="http://schemas.microsoft.com/office/drawing/2014/main" id="{2A23C67B-C9B8-88BD-3C50-6EBB4D0D7F7F}"/>
              </a:ext>
            </a:extLst>
          </p:cNvPr>
          <p:cNvSpPr>
            <a:spLocks noGrp="1"/>
          </p:cNvSpPr>
          <p:nvPr/>
        </p:nvSpPr>
        <p:spPr>
          <a:xfrm>
            <a:off x="2603218" y="26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52" name="Case_1_2">
            <a:extLst>
              <a:ext uri="{FF2B5EF4-FFF2-40B4-BE49-F238E27FC236}">
                <a16:creationId xmlns:a16="http://schemas.microsoft.com/office/drawing/2014/main" id="{23E3FBB0-139A-104D-CA6A-BBE439A30716}"/>
              </a:ext>
            </a:extLst>
          </p:cNvPr>
          <p:cNvSpPr>
            <a:spLocks noGrp="1"/>
          </p:cNvSpPr>
          <p:nvPr/>
        </p:nvSpPr>
        <p:spPr>
          <a:xfrm>
            <a:off x="2603218" y="35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 dirty="0"/>
          </a:p>
        </p:txBody>
      </p:sp>
      <p:sp>
        <p:nvSpPr>
          <p:cNvPr id="54" name="Case_1_2">
            <a:extLst>
              <a:ext uri="{FF2B5EF4-FFF2-40B4-BE49-F238E27FC236}">
                <a16:creationId xmlns:a16="http://schemas.microsoft.com/office/drawing/2014/main" id="{AC850EFB-4F13-430B-5557-0B5FC2AFBA92}"/>
              </a:ext>
            </a:extLst>
          </p:cNvPr>
          <p:cNvSpPr>
            <a:spLocks noGrp="1"/>
          </p:cNvSpPr>
          <p:nvPr/>
        </p:nvSpPr>
        <p:spPr>
          <a:xfrm>
            <a:off x="2603218" y="44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56" name="Case_1_2">
            <a:extLst>
              <a:ext uri="{FF2B5EF4-FFF2-40B4-BE49-F238E27FC236}">
                <a16:creationId xmlns:a16="http://schemas.microsoft.com/office/drawing/2014/main" id="{5A800B60-4459-8D42-4652-89AC72A18627}"/>
              </a:ext>
            </a:extLst>
          </p:cNvPr>
          <p:cNvSpPr>
            <a:spLocks noGrp="1"/>
          </p:cNvSpPr>
          <p:nvPr/>
        </p:nvSpPr>
        <p:spPr>
          <a:xfrm>
            <a:off x="2603218" y="53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8" name="Case_1_0">
            <a:extLst>
              <a:ext uri="{FF2B5EF4-FFF2-40B4-BE49-F238E27FC236}">
                <a16:creationId xmlns:a16="http://schemas.microsoft.com/office/drawing/2014/main" id="{B8409CB8-5C72-4CB9-DC90-376F37743DC7}"/>
              </a:ext>
            </a:extLst>
          </p:cNvPr>
          <p:cNvSpPr>
            <a:spLocks noGrp="1"/>
          </p:cNvSpPr>
          <p:nvPr/>
        </p:nvSpPr>
        <p:spPr>
          <a:xfrm>
            <a:off x="5016307" y="17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60" name="Case_1_1">
            <a:extLst>
              <a:ext uri="{FF2B5EF4-FFF2-40B4-BE49-F238E27FC236}">
                <a16:creationId xmlns:a16="http://schemas.microsoft.com/office/drawing/2014/main" id="{AC6175A8-A317-FA57-20D2-9203A920C976}"/>
              </a:ext>
            </a:extLst>
          </p:cNvPr>
          <p:cNvSpPr>
            <a:spLocks noGrp="1"/>
          </p:cNvSpPr>
          <p:nvPr/>
        </p:nvSpPr>
        <p:spPr>
          <a:xfrm>
            <a:off x="5016307" y="26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62" name="Case_1_2">
            <a:extLst>
              <a:ext uri="{FF2B5EF4-FFF2-40B4-BE49-F238E27FC236}">
                <a16:creationId xmlns:a16="http://schemas.microsoft.com/office/drawing/2014/main" id="{4BCA2A8A-2705-B1EE-4A45-7D64A3195411}"/>
              </a:ext>
            </a:extLst>
          </p:cNvPr>
          <p:cNvSpPr>
            <a:spLocks noGrp="1"/>
          </p:cNvSpPr>
          <p:nvPr/>
        </p:nvSpPr>
        <p:spPr>
          <a:xfrm>
            <a:off x="5016307" y="35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 dirty="0"/>
          </a:p>
        </p:txBody>
      </p:sp>
      <p:sp>
        <p:nvSpPr>
          <p:cNvPr id="64" name="Case_1_2">
            <a:extLst>
              <a:ext uri="{FF2B5EF4-FFF2-40B4-BE49-F238E27FC236}">
                <a16:creationId xmlns:a16="http://schemas.microsoft.com/office/drawing/2014/main" id="{40DB6FE5-2EBE-B072-84C8-DCB7934482F9}"/>
              </a:ext>
            </a:extLst>
          </p:cNvPr>
          <p:cNvSpPr>
            <a:spLocks noGrp="1"/>
          </p:cNvSpPr>
          <p:nvPr/>
        </p:nvSpPr>
        <p:spPr>
          <a:xfrm>
            <a:off x="5016307" y="44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66" name="Case_1_2">
            <a:extLst>
              <a:ext uri="{FF2B5EF4-FFF2-40B4-BE49-F238E27FC236}">
                <a16:creationId xmlns:a16="http://schemas.microsoft.com/office/drawing/2014/main" id="{46594DDF-CFED-EC2F-8EE5-9018D0E805B8}"/>
              </a:ext>
            </a:extLst>
          </p:cNvPr>
          <p:cNvSpPr>
            <a:spLocks noGrp="1"/>
          </p:cNvSpPr>
          <p:nvPr/>
        </p:nvSpPr>
        <p:spPr>
          <a:xfrm>
            <a:off x="5016307" y="53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8" name="Case_1_0">
            <a:extLst>
              <a:ext uri="{FF2B5EF4-FFF2-40B4-BE49-F238E27FC236}">
                <a16:creationId xmlns:a16="http://schemas.microsoft.com/office/drawing/2014/main" id="{3E48F3BA-B85C-FB2A-49A8-E2F7830EA229}"/>
              </a:ext>
            </a:extLst>
          </p:cNvPr>
          <p:cNvSpPr>
            <a:spLocks noGrp="1"/>
          </p:cNvSpPr>
          <p:nvPr/>
        </p:nvSpPr>
        <p:spPr>
          <a:xfrm>
            <a:off x="7400730" y="17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70" name="Case_1_1">
            <a:extLst>
              <a:ext uri="{FF2B5EF4-FFF2-40B4-BE49-F238E27FC236}">
                <a16:creationId xmlns:a16="http://schemas.microsoft.com/office/drawing/2014/main" id="{64991DCC-B17C-E03C-24AC-A7CF92C4B576}"/>
              </a:ext>
            </a:extLst>
          </p:cNvPr>
          <p:cNvSpPr>
            <a:spLocks noGrp="1"/>
          </p:cNvSpPr>
          <p:nvPr/>
        </p:nvSpPr>
        <p:spPr>
          <a:xfrm>
            <a:off x="7400730" y="26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72" name="Case_1_2">
            <a:extLst>
              <a:ext uri="{FF2B5EF4-FFF2-40B4-BE49-F238E27FC236}">
                <a16:creationId xmlns:a16="http://schemas.microsoft.com/office/drawing/2014/main" id="{3DD280A1-C39A-2D38-E14D-3D3958E165F2}"/>
              </a:ext>
            </a:extLst>
          </p:cNvPr>
          <p:cNvSpPr>
            <a:spLocks noGrp="1"/>
          </p:cNvSpPr>
          <p:nvPr/>
        </p:nvSpPr>
        <p:spPr>
          <a:xfrm>
            <a:off x="7400730" y="35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 dirty="0"/>
          </a:p>
        </p:txBody>
      </p:sp>
      <p:sp>
        <p:nvSpPr>
          <p:cNvPr id="74" name="Case_1_2">
            <a:extLst>
              <a:ext uri="{FF2B5EF4-FFF2-40B4-BE49-F238E27FC236}">
                <a16:creationId xmlns:a16="http://schemas.microsoft.com/office/drawing/2014/main" id="{87E5D0B9-FCBA-0756-E8F9-10DB8D8C8C31}"/>
              </a:ext>
            </a:extLst>
          </p:cNvPr>
          <p:cNvSpPr>
            <a:spLocks noGrp="1"/>
          </p:cNvSpPr>
          <p:nvPr/>
        </p:nvSpPr>
        <p:spPr>
          <a:xfrm>
            <a:off x="7400730" y="44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76" name="Case_1_2">
            <a:extLst>
              <a:ext uri="{FF2B5EF4-FFF2-40B4-BE49-F238E27FC236}">
                <a16:creationId xmlns:a16="http://schemas.microsoft.com/office/drawing/2014/main" id="{5731499D-0D30-4FEA-F953-C908FA607537}"/>
              </a:ext>
            </a:extLst>
          </p:cNvPr>
          <p:cNvSpPr>
            <a:spLocks noGrp="1"/>
          </p:cNvSpPr>
          <p:nvPr/>
        </p:nvSpPr>
        <p:spPr>
          <a:xfrm>
            <a:off x="7400730" y="53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8" name="Case_1_0">
            <a:extLst>
              <a:ext uri="{FF2B5EF4-FFF2-40B4-BE49-F238E27FC236}">
                <a16:creationId xmlns:a16="http://schemas.microsoft.com/office/drawing/2014/main" id="{6B3BBFFA-898A-AE9F-6305-13BA87F38AB6}"/>
              </a:ext>
            </a:extLst>
          </p:cNvPr>
          <p:cNvSpPr>
            <a:spLocks noGrp="1"/>
          </p:cNvSpPr>
          <p:nvPr/>
        </p:nvSpPr>
        <p:spPr>
          <a:xfrm>
            <a:off x="9813819" y="17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80" name="Case_1_1">
            <a:extLst>
              <a:ext uri="{FF2B5EF4-FFF2-40B4-BE49-F238E27FC236}">
                <a16:creationId xmlns:a16="http://schemas.microsoft.com/office/drawing/2014/main" id="{730B1016-D6D2-8035-FFCF-940BDEF0C328}"/>
              </a:ext>
            </a:extLst>
          </p:cNvPr>
          <p:cNvSpPr>
            <a:spLocks noGrp="1"/>
          </p:cNvSpPr>
          <p:nvPr/>
        </p:nvSpPr>
        <p:spPr>
          <a:xfrm>
            <a:off x="9813819" y="26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82" name="Case_1_2">
            <a:extLst>
              <a:ext uri="{FF2B5EF4-FFF2-40B4-BE49-F238E27FC236}">
                <a16:creationId xmlns:a16="http://schemas.microsoft.com/office/drawing/2014/main" id="{20E7532C-98F2-FE66-C956-D82DE9B814A8}"/>
              </a:ext>
            </a:extLst>
          </p:cNvPr>
          <p:cNvSpPr>
            <a:spLocks noGrp="1"/>
          </p:cNvSpPr>
          <p:nvPr/>
        </p:nvSpPr>
        <p:spPr>
          <a:xfrm>
            <a:off x="9813819" y="35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 dirty="0"/>
          </a:p>
        </p:txBody>
      </p:sp>
      <p:sp>
        <p:nvSpPr>
          <p:cNvPr id="84" name="Case_1_2">
            <a:extLst>
              <a:ext uri="{FF2B5EF4-FFF2-40B4-BE49-F238E27FC236}">
                <a16:creationId xmlns:a16="http://schemas.microsoft.com/office/drawing/2014/main" id="{EB356A11-5F7C-FAF1-EFE9-3B3A8DD4A231}"/>
              </a:ext>
            </a:extLst>
          </p:cNvPr>
          <p:cNvSpPr>
            <a:spLocks noGrp="1"/>
          </p:cNvSpPr>
          <p:nvPr/>
        </p:nvSpPr>
        <p:spPr>
          <a:xfrm>
            <a:off x="9813819" y="4454617"/>
            <a:ext cx="2160000" cy="900000"/>
          </a:xfrm>
          <a:prstGeom prst="rect">
            <a:avLst/>
          </a:prstGeom>
          <a:solidFill>
            <a:srgbClr val="ECF1FB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pPr algn="l"/>
            <a:endParaRPr/>
          </a:p>
        </p:txBody>
      </p:sp>
      <p:sp>
        <p:nvSpPr>
          <p:cNvPr id="86" name="Case_1_2">
            <a:extLst>
              <a:ext uri="{FF2B5EF4-FFF2-40B4-BE49-F238E27FC236}">
                <a16:creationId xmlns:a16="http://schemas.microsoft.com/office/drawing/2014/main" id="{6D9E8EFE-6E44-C374-65C9-5F21E60B7642}"/>
              </a:ext>
            </a:extLst>
          </p:cNvPr>
          <p:cNvSpPr>
            <a:spLocks noGrp="1"/>
          </p:cNvSpPr>
          <p:nvPr/>
        </p:nvSpPr>
        <p:spPr>
          <a:xfrm>
            <a:off x="9813819" y="53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C684202C-CEF7-63A7-6B6D-EE49437C1452}"/>
              </a:ext>
            </a:extLst>
          </p:cNvPr>
          <p:cNvSpPr txBox="1"/>
          <p:nvPr/>
        </p:nvSpPr>
        <p:spPr>
          <a:xfrm>
            <a:off x="190129" y="6462035"/>
            <a:ext cx="41633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faciliter la lecture : relier les cases et encadrer votre cause racine.</a:t>
            </a:r>
          </a:p>
        </p:txBody>
      </p:sp>
      <p:sp>
        <p:nvSpPr>
          <p:cNvPr id="97" name="Case_1_1">
            <a:extLst>
              <a:ext uri="{FF2B5EF4-FFF2-40B4-BE49-F238E27FC236}">
                <a16:creationId xmlns:a16="http://schemas.microsoft.com/office/drawing/2014/main" id="{04F69139-D5BE-DA2F-04E9-0E921184C07B}"/>
              </a:ext>
            </a:extLst>
          </p:cNvPr>
          <p:cNvSpPr>
            <a:spLocks noGrp="1"/>
          </p:cNvSpPr>
          <p:nvPr/>
        </p:nvSpPr>
        <p:spPr>
          <a:xfrm>
            <a:off x="190129" y="3554617"/>
            <a:ext cx="2160000" cy="900000"/>
          </a:xfrm>
          <a:prstGeom prst="rect">
            <a:avLst/>
          </a:prstGeom>
          <a:solidFill>
            <a:srgbClr val="E2EAF8"/>
          </a:solidFill>
          <a:ln w="6350">
            <a:solidFill>
              <a:srgbClr val="C0CAE4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8" name="Shape 172">
            <a:extLst>
              <a:ext uri="{FF2B5EF4-FFF2-40B4-BE49-F238E27FC236}">
                <a16:creationId xmlns:a16="http://schemas.microsoft.com/office/drawing/2014/main" id="{08CD3A7D-F633-38BB-902F-7DDC261D3A22}"/>
              </a:ext>
            </a:extLst>
          </p:cNvPr>
          <p:cNvSpPr/>
          <p:nvPr/>
        </p:nvSpPr>
        <p:spPr>
          <a:xfrm>
            <a:off x="54863" y="55543"/>
            <a:ext cx="12051792" cy="6748272"/>
          </a:xfrm>
          <a:prstGeom prst="rect">
            <a:avLst/>
          </a:prstGeom>
          <a:ln w="1524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38472D4-224C-28E6-B8EB-5317521342BF}"/>
              </a:ext>
            </a:extLst>
          </p:cNvPr>
          <p:cNvSpPr/>
          <p:nvPr/>
        </p:nvSpPr>
        <p:spPr>
          <a:xfrm>
            <a:off x="54863" y="56461"/>
            <a:ext cx="12051792" cy="772740"/>
          </a:xfrm>
          <a:prstGeom prst="rect">
            <a:avLst/>
          </a:prstGeom>
          <a:solidFill>
            <a:srgbClr val="0B1487"/>
          </a:solidFill>
          <a:ln>
            <a:solidFill>
              <a:srgbClr val="171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3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			5 </a:t>
            </a:r>
            <a:r>
              <a:rPr kumimoji="0" lang="en-US" sz="3200" b="1" i="0" u="none" strike="noStrike" kern="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Pourquoi</a:t>
            </a:r>
            <a:endParaRPr lang="fr-FR" dirty="0"/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D33B4EEA-6AF0-D761-E615-768E7AF6E89F}"/>
              </a:ext>
            </a:extLst>
          </p:cNvPr>
          <p:cNvCxnSpPr>
            <a:cxnSpLocks/>
          </p:cNvCxnSpPr>
          <p:nvPr/>
        </p:nvCxnSpPr>
        <p:spPr>
          <a:xfrm>
            <a:off x="54863" y="829201"/>
            <a:ext cx="12051792" cy="0"/>
          </a:xfrm>
          <a:prstGeom prst="line">
            <a:avLst/>
          </a:prstGeom>
          <a:ln>
            <a:solidFill>
              <a:srgbClr val="0B148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3DF77569-2E2C-91E8-3130-C1F36852070A}"/>
              </a:ext>
            </a:extLst>
          </p:cNvPr>
          <p:cNvGrpSpPr/>
          <p:nvPr/>
        </p:nvGrpSpPr>
        <p:grpSpPr>
          <a:xfrm>
            <a:off x="6548954" y="154477"/>
            <a:ext cx="3863551" cy="566928"/>
            <a:chOff x="6548954" y="154477"/>
            <a:chExt cx="3863551" cy="566928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92FC7961-445E-BA71-5DB0-6F4AA4522A81}"/>
                </a:ext>
              </a:extLst>
            </p:cNvPr>
            <p:cNvSpPr/>
            <p:nvPr/>
          </p:nvSpPr>
          <p:spPr>
            <a:xfrm>
              <a:off x="6548954" y="154477"/>
              <a:ext cx="3863551" cy="566928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2700">
              <a:solidFill>
                <a:srgbClr val="B9C4CE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D0302A1A-4C2D-3EF2-BF6B-007750641B18}"/>
                </a:ext>
              </a:extLst>
            </p:cNvPr>
            <p:cNvSpPr txBox="1"/>
            <p:nvPr/>
          </p:nvSpPr>
          <p:spPr>
            <a:xfrm>
              <a:off x="6548954" y="174157"/>
              <a:ext cx="3863551" cy="527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Animateur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_______________________________________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	 </a:t>
              </a:r>
            </a:p>
            <a:p>
              <a:pPr>
                <a:lnSpc>
                  <a:spcPct val="150000"/>
                </a:lnSpc>
              </a:pP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Secteur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     Date :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 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	</a:t>
              </a:r>
            </a:p>
          </p:txBody>
        </p:sp>
      </p:grpSp>
      <p:pic>
        <p:nvPicPr>
          <p:cNvPr id="3" name="Image 2" descr="Logo bleu.png">
            <a:extLst>
              <a:ext uri="{FF2B5EF4-FFF2-40B4-BE49-F238E27FC236}">
                <a16:creationId xmlns:a16="http://schemas.microsoft.com/office/drawing/2014/main" id="{1E84C3A0-AB5C-9CD1-B322-085E19DCD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857" y="103890"/>
            <a:ext cx="1187104" cy="6681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69FEB68-8866-6ACB-90F8-CBB1B712C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71" y="34598"/>
            <a:ext cx="1057394" cy="80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937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</Words>
  <Application>Microsoft Office PowerPoint</Application>
  <PresentationFormat>Grand écran</PresentationFormat>
  <Paragraphs>10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Huard</dc:creator>
  <cp:lastModifiedBy>Marcel Huard</cp:lastModifiedBy>
  <cp:revision>1</cp:revision>
  <dcterms:created xsi:type="dcterms:W3CDTF">2026-07-21T09:18:49Z</dcterms:created>
  <dcterms:modified xsi:type="dcterms:W3CDTF">2026-07-21T11:39:06Z</dcterms:modified>
</cp:coreProperties>
</file>